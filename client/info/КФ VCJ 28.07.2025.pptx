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57" r:id="rId3"/>
    <p:sldId id="258" r:id="rId4"/>
    <p:sldId id="265" r:id="rId5"/>
    <p:sldId id="259" r:id="rId6"/>
    <p:sldId id="263" r:id="rId7"/>
    <p:sldId id="262" r:id="rId8"/>
    <p:sldId id="266" r:id="rId9"/>
    <p:sldId id="261" r:id="rId10"/>
    <p:sldId id="271" r:id="rId11"/>
    <p:sldId id="273" r:id="rId12"/>
    <p:sldId id="274" r:id="rId13"/>
    <p:sldId id="272" r:id="rId14"/>
    <p:sldId id="267" r:id="rId15"/>
    <p:sldId id="275" r:id="rId16"/>
    <p:sldId id="276" r:id="rId17"/>
    <p:sldId id="268" r:id="rId18"/>
    <p:sldId id="270" r:id="rId19"/>
    <p:sldId id="269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3E29"/>
    <a:srgbClr val="822D2A"/>
    <a:srgbClr val="EAA500"/>
    <a:srgbClr val="F7E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920" autoAdjust="0"/>
  </p:normalViewPr>
  <p:slideViewPr>
    <p:cSldViewPr snapToGrid="0">
      <p:cViewPr varScale="1">
        <p:scale>
          <a:sx n="52" d="100"/>
          <a:sy n="52" d="100"/>
        </p:scale>
        <p:origin x="88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admin\Documents\1%20%20&#1046;&#1080;&#1085;&#1072;&#1083;&#1091;%2011.docx" TargetMode="External"/><Relationship Id="rId1" Type="http://schemas.openxmlformats.org/officeDocument/2006/relationships/hyperlink" Target="file:///C:\Users\admin\Documents\22%20&#1085;&#1072;&#1091;&#1088;&#1099;&#1079;.docx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4B0CDB-6406-4E54-94C1-AD85B30EFDD3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ru-RU"/>
        </a:p>
      </dgm:t>
    </dgm:pt>
    <dgm:pt modelId="{9E4F1EB8-47DC-4215-8219-30EC5C382E85}">
      <dgm:prSet phldrT="[Текст]" custT="1"/>
      <dgm:spPr/>
      <dgm:t>
        <a:bodyPr/>
        <a:lstStyle/>
        <a:p>
          <a:r>
            <a:rPr lang="kk-KZ" sz="1200" dirty="0" smtClean="0"/>
            <a:t>Алтыбай</a:t>
          </a:r>
        </a:p>
        <a:p>
          <a:r>
            <a:rPr lang="kk-KZ" sz="1200" dirty="0" smtClean="0"/>
            <a:t>(өспеген)</a:t>
          </a:r>
          <a:endParaRPr lang="ru-RU" sz="1200" dirty="0"/>
        </a:p>
      </dgm:t>
    </dgm:pt>
    <dgm:pt modelId="{CA5DABAA-1C9D-4680-9B00-F6971B3F8CC0}" type="parTrans" cxnId="{8B2F70B8-4B6F-4585-BA0C-541413F62E75}">
      <dgm:prSet/>
      <dgm:spPr/>
      <dgm:t>
        <a:bodyPr/>
        <a:lstStyle/>
        <a:p>
          <a:endParaRPr lang="ru-RU" sz="1100"/>
        </a:p>
      </dgm:t>
    </dgm:pt>
    <dgm:pt modelId="{5DFAEEF2-2A16-463B-900F-5F4C9F19E033}" type="sibTrans" cxnId="{8B2F70B8-4B6F-4585-BA0C-541413F62E75}">
      <dgm:prSet/>
      <dgm:spPr/>
      <dgm:t>
        <a:bodyPr/>
        <a:lstStyle/>
        <a:p>
          <a:endParaRPr lang="ru-RU" sz="1100"/>
        </a:p>
      </dgm:t>
    </dgm:pt>
    <dgm:pt modelId="{70917D93-A183-47D2-AA07-4D1F4E5992AC}" type="asst">
      <dgm:prSet phldrT="[Текст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kk-K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Жетібай/</a:t>
          </a: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kk-K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1" action="ppaction://hlinkfile"/>
            </a:rPr>
            <a:t>Зүлжамал</a:t>
          </a:r>
          <a:endParaRPr lang="ru-RU" sz="18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064A8C-367F-45CF-956B-13358FB7CDEB}" type="parTrans" cxnId="{AFF531BC-F448-4572-BA4D-9E7673C86677}">
      <dgm:prSet/>
      <dgm:spPr/>
      <dgm:t>
        <a:bodyPr/>
        <a:lstStyle/>
        <a:p>
          <a:endParaRPr lang="ru-RU" sz="1100"/>
        </a:p>
      </dgm:t>
    </dgm:pt>
    <dgm:pt modelId="{D3D69E86-87C3-45AF-BC91-6DD5C0C8F323}" type="sibTrans" cxnId="{AFF531BC-F448-4572-BA4D-9E7673C86677}">
      <dgm:prSet/>
      <dgm:spPr/>
      <dgm:t>
        <a:bodyPr/>
        <a:lstStyle/>
        <a:p>
          <a:endParaRPr lang="ru-RU" sz="1100"/>
        </a:p>
      </dgm:t>
    </dgm:pt>
    <dgm:pt modelId="{2F18F45F-FB62-4279-B99C-EDF71112766B}">
      <dgm:prSet phldrT="[Текст]" custT="1"/>
      <dgm:spPr/>
      <dgm:t>
        <a:bodyPr/>
        <a:lstStyle/>
        <a:p>
          <a:r>
            <a:rPr lang="kk-K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Елубай/</a:t>
          </a:r>
        </a:p>
        <a:p>
          <a:r>
            <a:rPr lang="kk-KZ" sz="1800" b="1" u="sng" dirty="0" smtClean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Күләш</a:t>
          </a:r>
          <a:endParaRPr lang="ru-RU" sz="1800" b="1" u="sng" dirty="0">
            <a:solidFill>
              <a:srgbClr val="00B0F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9B7250B-2FF3-4DEE-878F-D043A422757E}" type="parTrans" cxnId="{BED1DC70-E79D-4EDE-A826-658C6E152EC7}">
      <dgm:prSet/>
      <dgm:spPr/>
      <dgm:t>
        <a:bodyPr/>
        <a:lstStyle/>
        <a:p>
          <a:endParaRPr lang="ru-RU" sz="3600"/>
        </a:p>
      </dgm:t>
    </dgm:pt>
    <dgm:pt modelId="{B419E0BD-D080-4A85-A36B-9D0E58E775C6}" type="sibTrans" cxnId="{BED1DC70-E79D-4EDE-A826-658C6E152EC7}">
      <dgm:prSet/>
      <dgm:spPr/>
      <dgm:t>
        <a:bodyPr/>
        <a:lstStyle/>
        <a:p>
          <a:endParaRPr lang="ru-RU" sz="1100"/>
        </a:p>
      </dgm:t>
    </dgm:pt>
    <dgm:pt modelId="{64CFC552-3AD6-4E83-B5E2-A02416525348}">
      <dgm:prSet phldrT="[Текст]" custT="1"/>
      <dgm:spPr/>
      <dgm:t>
        <a:bodyPr/>
        <a:lstStyle/>
        <a:p>
          <a:r>
            <a:rPr lang="kk-KZ" sz="1200" dirty="0" smtClean="0"/>
            <a:t>Бижамал</a:t>
          </a:r>
          <a:endParaRPr lang="ru-RU" sz="1200" dirty="0"/>
        </a:p>
      </dgm:t>
    </dgm:pt>
    <dgm:pt modelId="{FB91CD09-9A22-4EF7-83B9-93CAF6F9D47B}" type="parTrans" cxnId="{FC3EEBC7-FB3E-475E-AEFE-B7E4B47CFB6B}">
      <dgm:prSet/>
      <dgm:spPr/>
      <dgm:t>
        <a:bodyPr/>
        <a:lstStyle/>
        <a:p>
          <a:endParaRPr lang="ru-RU" sz="3600"/>
        </a:p>
      </dgm:t>
    </dgm:pt>
    <dgm:pt modelId="{06A3E16E-8B26-46D6-8BA6-59598F5DED98}" type="sibTrans" cxnId="{FC3EEBC7-FB3E-475E-AEFE-B7E4B47CFB6B}">
      <dgm:prSet/>
      <dgm:spPr/>
      <dgm:t>
        <a:bodyPr/>
        <a:lstStyle/>
        <a:p>
          <a:endParaRPr lang="ru-RU" sz="1100"/>
        </a:p>
      </dgm:t>
    </dgm:pt>
    <dgm:pt modelId="{7C2037DD-B5E2-4FDE-93FD-9EC81E7A6791}">
      <dgm:prSet custT="1"/>
      <dgm:spPr/>
      <dgm:t>
        <a:bodyPr/>
        <a:lstStyle/>
        <a:p>
          <a:r>
            <a:rPr lang="kk-KZ" sz="1200" u="sng" dirty="0" smtClean="0">
              <a:solidFill>
                <a:srgbClr val="FF0000"/>
              </a:solidFill>
              <a:hlinkClick xmlns:r="http://schemas.openxmlformats.org/officeDocument/2006/relationships" r:id="rId1" action="ppaction://hlinkfile"/>
            </a:rPr>
            <a:t>Гүлжанат</a:t>
          </a:r>
          <a:r>
            <a:rPr lang="kk-KZ" sz="1200" u="sng" dirty="0" smtClean="0">
              <a:solidFill>
                <a:srgbClr val="FF0000"/>
              </a:solidFill>
            </a:rPr>
            <a:t>/</a:t>
          </a:r>
        </a:p>
        <a:p>
          <a:r>
            <a:rPr lang="kk-KZ" sz="1200" u="sng" dirty="0" smtClean="0">
              <a:solidFill>
                <a:srgbClr val="FF0000"/>
              </a:solidFill>
            </a:rPr>
            <a:t>Еркін</a:t>
          </a:r>
          <a:endParaRPr lang="ru-RU" sz="1200" u="sng" dirty="0">
            <a:solidFill>
              <a:srgbClr val="FF0000"/>
            </a:solidFill>
          </a:endParaRPr>
        </a:p>
      </dgm:t>
    </dgm:pt>
    <dgm:pt modelId="{13DEA88A-AA79-44B4-97CE-52F34DCCE1E8}" type="parTrans" cxnId="{975DF00C-8F88-4A3D-B1C3-56FD68C9DE83}">
      <dgm:prSet/>
      <dgm:spPr/>
      <dgm:t>
        <a:bodyPr/>
        <a:lstStyle/>
        <a:p>
          <a:endParaRPr lang="ru-RU" sz="3600"/>
        </a:p>
      </dgm:t>
    </dgm:pt>
    <dgm:pt modelId="{D843450B-EAFF-47CC-90F1-D0F9C5561E62}" type="sibTrans" cxnId="{975DF00C-8F88-4A3D-B1C3-56FD68C9DE83}">
      <dgm:prSet/>
      <dgm:spPr/>
      <dgm:t>
        <a:bodyPr/>
        <a:lstStyle/>
        <a:p>
          <a:endParaRPr lang="ru-RU" sz="1100"/>
        </a:p>
      </dgm:t>
    </dgm:pt>
    <dgm:pt modelId="{37D30272-F3FA-4262-9944-B7AAAACD0BFE}">
      <dgm:prSet custT="1"/>
      <dgm:spPr/>
      <dgm:t>
        <a:bodyPr/>
        <a:lstStyle/>
        <a:p>
          <a:r>
            <a:rPr lang="kk-KZ" sz="1200" dirty="0" smtClean="0"/>
            <a:t>Аманай/</a:t>
          </a:r>
        </a:p>
        <a:p>
          <a:r>
            <a:rPr lang="kk-KZ" sz="1200" dirty="0" smtClean="0">
              <a:hlinkClick xmlns:r="http://schemas.openxmlformats.org/officeDocument/2006/relationships" r:id="rId1" action="ppaction://hlinkfile"/>
            </a:rPr>
            <a:t>Қызбала</a:t>
          </a:r>
          <a:endParaRPr lang="ru-RU" sz="1200" dirty="0"/>
        </a:p>
      </dgm:t>
    </dgm:pt>
    <dgm:pt modelId="{D84D9047-8EA0-485E-862B-B41195B6BC78}" type="parTrans" cxnId="{6F042AA4-F555-4B47-88D1-4D7B27AB4F34}">
      <dgm:prSet/>
      <dgm:spPr/>
      <dgm:t>
        <a:bodyPr/>
        <a:lstStyle/>
        <a:p>
          <a:endParaRPr lang="ru-RU" sz="3600"/>
        </a:p>
      </dgm:t>
    </dgm:pt>
    <dgm:pt modelId="{814EDB0F-E23B-4CDC-8053-3EAAAD25446E}" type="sibTrans" cxnId="{6F042AA4-F555-4B47-88D1-4D7B27AB4F34}">
      <dgm:prSet/>
      <dgm:spPr/>
      <dgm:t>
        <a:bodyPr/>
        <a:lstStyle/>
        <a:p>
          <a:endParaRPr lang="ru-RU" sz="1100"/>
        </a:p>
      </dgm:t>
    </dgm:pt>
    <dgm:pt modelId="{20022470-EA8E-4D61-9420-11FB81FCF173}">
      <dgm:prSet custT="1"/>
      <dgm:spPr/>
      <dgm:t>
        <a:bodyPr/>
        <a:lstStyle/>
        <a:p>
          <a:r>
            <a:rPr lang="kk-KZ" sz="1200" dirty="0" smtClean="0"/>
            <a:t>Марат/</a:t>
          </a:r>
          <a:r>
            <a:rPr lang="kk-KZ" sz="1200" dirty="0" smtClean="0">
              <a:hlinkClick xmlns:r="http://schemas.openxmlformats.org/officeDocument/2006/relationships" r:id="rId2" action="ppaction://hlinkfile"/>
            </a:rPr>
            <a:t>Айгүл</a:t>
          </a:r>
          <a:endParaRPr lang="ru-RU" sz="1200" dirty="0"/>
        </a:p>
      </dgm:t>
    </dgm:pt>
    <dgm:pt modelId="{1C41296E-1AC5-4ED8-8449-DA77DB4ECFFD}" type="parTrans" cxnId="{D1A37380-9A0D-4097-9D98-32738D4F1BD2}">
      <dgm:prSet/>
      <dgm:spPr/>
      <dgm:t>
        <a:bodyPr/>
        <a:lstStyle/>
        <a:p>
          <a:endParaRPr lang="ru-RU" sz="3600"/>
        </a:p>
      </dgm:t>
    </dgm:pt>
    <dgm:pt modelId="{60466E97-87B7-484F-A01D-AD955F8A8F5E}" type="sibTrans" cxnId="{D1A37380-9A0D-4097-9D98-32738D4F1BD2}">
      <dgm:prSet/>
      <dgm:spPr/>
      <dgm:t>
        <a:bodyPr/>
        <a:lstStyle/>
        <a:p>
          <a:endParaRPr lang="ru-RU" sz="1100"/>
        </a:p>
      </dgm:t>
    </dgm:pt>
    <dgm:pt modelId="{292EFB8D-59EF-4DB8-9CC0-03C36E1316CD}">
      <dgm:prSet custT="1"/>
      <dgm:spPr/>
      <dgm:t>
        <a:bodyPr/>
        <a:lstStyle/>
        <a:p>
          <a:r>
            <a:rPr lang="kk-KZ" sz="1200" dirty="0" smtClean="0"/>
            <a:t>Қайрат/</a:t>
          </a:r>
        </a:p>
        <a:p>
          <a:r>
            <a:rPr lang="kk-KZ" sz="1200" dirty="0" smtClean="0">
              <a:hlinkClick xmlns:r="http://schemas.openxmlformats.org/officeDocument/2006/relationships" r:id="rId1" action="ppaction://hlinkfile"/>
            </a:rPr>
            <a:t>Гүлзада</a:t>
          </a:r>
          <a:endParaRPr lang="ru-RU" sz="1200" dirty="0"/>
        </a:p>
      </dgm:t>
    </dgm:pt>
    <dgm:pt modelId="{76E7DEEC-BDC1-4182-8991-14DBD7A03199}" type="parTrans" cxnId="{7F414446-270E-452D-A1FC-AF8FE2977F3C}">
      <dgm:prSet/>
      <dgm:spPr/>
      <dgm:t>
        <a:bodyPr/>
        <a:lstStyle/>
        <a:p>
          <a:endParaRPr lang="ru-RU" sz="3600"/>
        </a:p>
      </dgm:t>
    </dgm:pt>
    <dgm:pt modelId="{ED887A55-89B9-4D3D-9091-CADE316D53A6}" type="sibTrans" cxnId="{7F414446-270E-452D-A1FC-AF8FE2977F3C}">
      <dgm:prSet/>
      <dgm:spPr/>
      <dgm:t>
        <a:bodyPr/>
        <a:lstStyle/>
        <a:p>
          <a:endParaRPr lang="ru-RU" sz="1100"/>
        </a:p>
      </dgm:t>
    </dgm:pt>
    <dgm:pt modelId="{BD8B3E44-6723-4034-8B41-BB1FBCF14DB7}">
      <dgm:prSet custT="1"/>
      <dgm:spPr/>
      <dgm:t>
        <a:bodyPr/>
        <a:lstStyle/>
        <a:p>
          <a:r>
            <a:rPr lang="kk-KZ" sz="1200" dirty="0" smtClean="0"/>
            <a:t>Мұрат/</a:t>
          </a:r>
          <a:r>
            <a:rPr lang="kk-KZ" sz="1200" u="sng" dirty="0" smtClean="0">
              <a:solidFill>
                <a:srgbClr val="00B0F0"/>
              </a:solidFill>
            </a:rPr>
            <a:t>Ләзат</a:t>
          </a:r>
          <a:endParaRPr lang="ru-RU" sz="1200" u="sng" dirty="0">
            <a:solidFill>
              <a:srgbClr val="00B0F0"/>
            </a:solidFill>
          </a:endParaRPr>
        </a:p>
      </dgm:t>
    </dgm:pt>
    <dgm:pt modelId="{6FF85FB8-7CFE-4A03-8437-FA97DF595A71}" type="parTrans" cxnId="{A669BA0F-7A30-460B-AF18-4028180BBF13}">
      <dgm:prSet/>
      <dgm:spPr/>
      <dgm:t>
        <a:bodyPr/>
        <a:lstStyle/>
        <a:p>
          <a:endParaRPr lang="ru-RU" sz="3600"/>
        </a:p>
      </dgm:t>
    </dgm:pt>
    <dgm:pt modelId="{48DA986D-4FC9-4D8D-87C3-2F9E8499458F}" type="sibTrans" cxnId="{A669BA0F-7A30-460B-AF18-4028180BBF13}">
      <dgm:prSet/>
      <dgm:spPr/>
      <dgm:t>
        <a:bodyPr/>
        <a:lstStyle/>
        <a:p>
          <a:endParaRPr lang="ru-RU" sz="1100"/>
        </a:p>
      </dgm:t>
    </dgm:pt>
    <dgm:pt modelId="{F57E0442-F474-4E35-8C68-258B488DDE24}">
      <dgm:prSet custT="1"/>
      <dgm:spPr/>
      <dgm:t>
        <a:bodyPr/>
        <a:lstStyle/>
        <a:p>
          <a:r>
            <a:rPr lang="kk-KZ" sz="1200" dirty="0" smtClean="0"/>
            <a:t>Ернат/</a:t>
          </a:r>
          <a:r>
            <a:rPr lang="kk-KZ" sz="1200" dirty="0" smtClean="0">
              <a:hlinkClick xmlns:r="http://schemas.openxmlformats.org/officeDocument/2006/relationships" r:id="rId1" action="ppaction://hlinkfile"/>
            </a:rPr>
            <a:t>Гука</a:t>
          </a:r>
          <a:endParaRPr lang="ru-RU" sz="1200" dirty="0"/>
        </a:p>
      </dgm:t>
    </dgm:pt>
    <dgm:pt modelId="{1341E96F-39ED-4BD2-B965-D74F0B1D0968}" type="parTrans" cxnId="{932B1236-96D6-44B7-B097-4146E89741F1}">
      <dgm:prSet/>
      <dgm:spPr/>
      <dgm:t>
        <a:bodyPr/>
        <a:lstStyle/>
        <a:p>
          <a:endParaRPr lang="ru-RU" sz="3600"/>
        </a:p>
      </dgm:t>
    </dgm:pt>
    <dgm:pt modelId="{E5B7E3FF-A0CA-4948-B73D-CFFB9BF60BB2}" type="sibTrans" cxnId="{932B1236-96D6-44B7-B097-4146E89741F1}">
      <dgm:prSet/>
      <dgm:spPr/>
      <dgm:t>
        <a:bodyPr/>
        <a:lstStyle/>
        <a:p>
          <a:endParaRPr lang="ru-RU" sz="1100"/>
        </a:p>
      </dgm:t>
    </dgm:pt>
    <dgm:pt modelId="{8051D62D-B456-426D-9865-4C8E3C712CDC}">
      <dgm:prSet custT="1"/>
      <dgm:spPr/>
      <dgm:t>
        <a:bodyPr/>
        <a:lstStyle/>
        <a:p>
          <a:r>
            <a:rPr lang="kk-KZ" sz="1200" dirty="0" smtClean="0"/>
            <a:t>Ернар/</a:t>
          </a:r>
        </a:p>
        <a:p>
          <a:r>
            <a:rPr lang="kk-KZ" sz="1200" dirty="0" smtClean="0">
              <a:hlinkClick xmlns:r="http://schemas.openxmlformats.org/officeDocument/2006/relationships" r:id="rId1" action="ppaction://hlinkfile"/>
            </a:rPr>
            <a:t>Жанерке</a:t>
          </a:r>
          <a:endParaRPr lang="ru-RU" sz="1200" dirty="0"/>
        </a:p>
      </dgm:t>
    </dgm:pt>
    <dgm:pt modelId="{29C96102-D187-4FB8-A176-A1CA73D83ECB}" type="parTrans" cxnId="{0E81A521-D1A3-48F7-920A-D9F11E948665}">
      <dgm:prSet/>
      <dgm:spPr/>
      <dgm:t>
        <a:bodyPr/>
        <a:lstStyle/>
        <a:p>
          <a:endParaRPr lang="ru-RU" sz="3600"/>
        </a:p>
      </dgm:t>
    </dgm:pt>
    <dgm:pt modelId="{D39FCB86-1944-44BF-822A-BF95EEC06DA2}" type="sibTrans" cxnId="{0E81A521-D1A3-48F7-920A-D9F11E948665}">
      <dgm:prSet/>
      <dgm:spPr/>
      <dgm:t>
        <a:bodyPr/>
        <a:lstStyle/>
        <a:p>
          <a:endParaRPr lang="ru-RU" sz="1100"/>
        </a:p>
      </dgm:t>
    </dgm:pt>
    <dgm:pt modelId="{4037741A-EE4A-4990-A13F-C761BAA6163B}">
      <dgm:prSet custT="1"/>
      <dgm:spPr/>
      <dgm:t>
        <a:bodyPr/>
        <a:lstStyle/>
        <a:p>
          <a:r>
            <a:rPr lang="kk-KZ" sz="1200" u="sng" dirty="0" smtClean="0">
              <a:solidFill>
                <a:srgbClr val="FF0000"/>
              </a:solidFill>
              <a:hlinkClick xmlns:r="http://schemas.openxmlformats.org/officeDocument/2006/relationships" r:id="rId1" action="ppaction://hlinkfile"/>
            </a:rPr>
            <a:t>Ләзат</a:t>
          </a:r>
          <a:r>
            <a:rPr lang="kk-KZ" sz="1200" u="sng" dirty="0" smtClean="0">
              <a:solidFill>
                <a:srgbClr val="FF0000"/>
              </a:solidFill>
            </a:rPr>
            <a:t>/Мұрат</a:t>
          </a:r>
          <a:endParaRPr lang="ru-RU" sz="1200" u="sng" dirty="0">
            <a:solidFill>
              <a:srgbClr val="FF0000"/>
            </a:solidFill>
          </a:endParaRPr>
        </a:p>
      </dgm:t>
    </dgm:pt>
    <dgm:pt modelId="{9227859F-BE00-474D-B683-A3DF21E6A891}" type="parTrans" cxnId="{5184F3A5-39D5-4A1A-A80B-50A8DC5DFBB8}">
      <dgm:prSet/>
      <dgm:spPr/>
      <dgm:t>
        <a:bodyPr/>
        <a:lstStyle/>
        <a:p>
          <a:endParaRPr lang="ru-RU" sz="3600"/>
        </a:p>
      </dgm:t>
    </dgm:pt>
    <dgm:pt modelId="{4BF11D5F-CAEF-48AE-97A3-30F1F28689B1}" type="sibTrans" cxnId="{5184F3A5-39D5-4A1A-A80B-50A8DC5DFBB8}">
      <dgm:prSet/>
      <dgm:spPr/>
      <dgm:t>
        <a:bodyPr/>
        <a:lstStyle/>
        <a:p>
          <a:endParaRPr lang="ru-RU" sz="1100"/>
        </a:p>
      </dgm:t>
    </dgm:pt>
    <dgm:pt modelId="{D2FB2843-E5BD-47E3-9FA7-023CBB62D90F}">
      <dgm:prSet custT="1"/>
      <dgm:spPr/>
      <dgm:t>
        <a:bodyPr/>
        <a:lstStyle/>
        <a:p>
          <a:r>
            <a:rPr lang="kk-K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Ерзат/</a:t>
          </a:r>
        </a:p>
        <a:p>
          <a:r>
            <a:rPr lang="kk-K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1" action="ppaction://hlinkfile"/>
            </a:rPr>
            <a:t>Гүлсая</a:t>
          </a:r>
          <a:endParaRPr lang="ru-RU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9088898-E1E7-4B2C-B5D2-C3BF5CD1EAFE}" type="parTrans" cxnId="{1547DF6B-B4AC-49F6-8C53-F4ADB527204E}">
      <dgm:prSet/>
      <dgm:spPr/>
      <dgm:t>
        <a:bodyPr/>
        <a:lstStyle/>
        <a:p>
          <a:endParaRPr lang="ru-RU" sz="3600"/>
        </a:p>
      </dgm:t>
    </dgm:pt>
    <dgm:pt modelId="{F33EF24D-BBB1-4747-90F8-928465B6F940}" type="sibTrans" cxnId="{1547DF6B-B4AC-49F6-8C53-F4ADB527204E}">
      <dgm:prSet/>
      <dgm:spPr/>
      <dgm:t>
        <a:bodyPr/>
        <a:lstStyle/>
        <a:p>
          <a:endParaRPr lang="ru-RU" sz="1100"/>
        </a:p>
      </dgm:t>
    </dgm:pt>
    <dgm:pt modelId="{DE1393C2-4942-4F30-85E6-D2BBF7004187}">
      <dgm:prSet custT="1"/>
      <dgm:spPr/>
      <dgm:t>
        <a:bodyPr/>
        <a:lstStyle/>
        <a:p>
          <a:r>
            <a:rPr lang="kk-KZ" sz="1200" dirty="0" smtClean="0"/>
            <a:t>Қанат/</a:t>
          </a:r>
        </a:p>
        <a:p>
          <a:r>
            <a:rPr lang="kk-KZ" sz="1200" dirty="0" smtClean="0">
              <a:hlinkClick xmlns:r="http://schemas.openxmlformats.org/officeDocument/2006/relationships" r:id="rId1" action="ppaction://hlinkfile"/>
            </a:rPr>
            <a:t>Мадина</a:t>
          </a:r>
          <a:endParaRPr lang="ru-RU" sz="1200" dirty="0"/>
        </a:p>
      </dgm:t>
    </dgm:pt>
    <dgm:pt modelId="{4EBC26B6-BB37-4158-B5AB-9FCBCC58779D}" type="parTrans" cxnId="{62449CFE-DFDC-4089-B06E-154ED87FCE20}">
      <dgm:prSet/>
      <dgm:spPr/>
      <dgm:t>
        <a:bodyPr/>
        <a:lstStyle/>
        <a:p>
          <a:endParaRPr lang="ru-RU" sz="3600"/>
        </a:p>
      </dgm:t>
    </dgm:pt>
    <dgm:pt modelId="{48150D4A-10CC-4FE9-910B-6B8B77E98536}" type="sibTrans" cxnId="{62449CFE-DFDC-4089-B06E-154ED87FCE20}">
      <dgm:prSet/>
      <dgm:spPr/>
      <dgm:t>
        <a:bodyPr/>
        <a:lstStyle/>
        <a:p>
          <a:endParaRPr lang="ru-RU" sz="1100"/>
        </a:p>
      </dgm:t>
    </dgm:pt>
    <dgm:pt modelId="{EB622FAF-783E-4AC2-A20E-FC0D800452A8}">
      <dgm:prSet custT="1"/>
      <dgm:spPr/>
      <dgm:t>
        <a:bodyPr/>
        <a:lstStyle/>
        <a:p>
          <a:r>
            <a:rPr lang="kk-KZ" sz="1200" dirty="0" smtClean="0"/>
            <a:t>Қуаныш/</a:t>
          </a:r>
        </a:p>
        <a:p>
          <a:r>
            <a:rPr lang="kk-KZ" sz="1200" dirty="0" smtClean="0">
              <a:hlinkClick xmlns:r="http://schemas.openxmlformats.org/officeDocument/2006/relationships" r:id="rId1" action="ppaction://hlinkfile"/>
            </a:rPr>
            <a:t>Мендігүл</a:t>
          </a:r>
          <a:endParaRPr lang="ru-RU" sz="1200" dirty="0"/>
        </a:p>
      </dgm:t>
    </dgm:pt>
    <dgm:pt modelId="{4E16F867-8BF0-4F9B-9EDC-CC6C26004A49}" type="parTrans" cxnId="{5B404DC5-E9B1-4B12-B526-099919099FC1}">
      <dgm:prSet/>
      <dgm:spPr/>
      <dgm:t>
        <a:bodyPr/>
        <a:lstStyle/>
        <a:p>
          <a:endParaRPr lang="ru-RU" sz="3600"/>
        </a:p>
      </dgm:t>
    </dgm:pt>
    <dgm:pt modelId="{69BDC31D-5F9B-4FD2-8C45-98D3B13B7A6C}" type="sibTrans" cxnId="{5B404DC5-E9B1-4B12-B526-099919099FC1}">
      <dgm:prSet/>
      <dgm:spPr/>
      <dgm:t>
        <a:bodyPr/>
        <a:lstStyle/>
        <a:p>
          <a:endParaRPr lang="ru-RU" sz="1100"/>
        </a:p>
      </dgm:t>
    </dgm:pt>
    <dgm:pt modelId="{484F8237-9774-4E49-AB60-E3C9540993ED}">
      <dgm:prSet custT="1"/>
      <dgm:spPr/>
      <dgm:t>
        <a:bodyPr/>
        <a:lstStyle/>
        <a:p>
          <a:r>
            <a:rPr lang="kk-KZ" sz="1200" dirty="0" smtClean="0"/>
            <a:t>Мирас </a:t>
          </a:r>
          <a:endParaRPr lang="ru-RU" sz="1200" dirty="0"/>
        </a:p>
      </dgm:t>
    </dgm:pt>
    <dgm:pt modelId="{64555582-A50D-459A-A0E5-242CA4E8D862}" type="parTrans" cxnId="{92F2705C-B0B0-42C3-A651-369EECD943DC}">
      <dgm:prSet/>
      <dgm:spPr/>
      <dgm:t>
        <a:bodyPr/>
        <a:lstStyle/>
        <a:p>
          <a:endParaRPr lang="ru-RU" sz="3600"/>
        </a:p>
      </dgm:t>
    </dgm:pt>
    <dgm:pt modelId="{55E1ECD3-C28B-49D6-AF29-6F90EDA2B42E}" type="sibTrans" cxnId="{92F2705C-B0B0-42C3-A651-369EECD943DC}">
      <dgm:prSet/>
      <dgm:spPr/>
      <dgm:t>
        <a:bodyPr/>
        <a:lstStyle/>
        <a:p>
          <a:endParaRPr lang="ru-RU" sz="1100"/>
        </a:p>
      </dgm:t>
    </dgm:pt>
    <dgm:pt modelId="{2A624200-0392-49F1-A1C0-962D72978AFE}">
      <dgm:prSet custT="1"/>
      <dgm:spPr/>
      <dgm:t>
        <a:bodyPr/>
        <a:lstStyle/>
        <a:p>
          <a:r>
            <a:rPr lang="kk-KZ" sz="1200" dirty="0" smtClean="0"/>
            <a:t>Данияр</a:t>
          </a:r>
          <a:endParaRPr lang="ru-RU" sz="1200" dirty="0"/>
        </a:p>
      </dgm:t>
    </dgm:pt>
    <dgm:pt modelId="{26FC0CFA-02C4-4E77-A7D3-757F4C389BB6}" type="parTrans" cxnId="{B032D243-FF48-4AAE-A417-D956EE55804F}">
      <dgm:prSet/>
      <dgm:spPr/>
      <dgm:t>
        <a:bodyPr/>
        <a:lstStyle/>
        <a:p>
          <a:endParaRPr lang="ru-RU" sz="3600"/>
        </a:p>
      </dgm:t>
    </dgm:pt>
    <dgm:pt modelId="{F2CBA4F3-B46B-4730-ADB9-63A2671A42BE}" type="sibTrans" cxnId="{B032D243-FF48-4AAE-A417-D956EE55804F}">
      <dgm:prSet/>
      <dgm:spPr/>
      <dgm:t>
        <a:bodyPr/>
        <a:lstStyle/>
        <a:p>
          <a:endParaRPr lang="ru-RU" sz="1100"/>
        </a:p>
      </dgm:t>
    </dgm:pt>
    <dgm:pt modelId="{AB657894-8145-4DC0-97B7-A9FC19650B16}">
      <dgm:prSet custT="1"/>
      <dgm:spPr/>
      <dgm:t>
        <a:bodyPr/>
        <a:lstStyle/>
        <a:p>
          <a:r>
            <a:rPr lang="kk-KZ" sz="1200" dirty="0" smtClean="0"/>
            <a:t>Нұржан/Айко</a:t>
          </a:r>
          <a:endParaRPr lang="ru-RU" sz="1200" dirty="0"/>
        </a:p>
      </dgm:t>
    </dgm:pt>
    <dgm:pt modelId="{7609360A-60BF-41FD-917B-E202D9685D3B}" type="parTrans" cxnId="{D6AA547F-67E7-4965-9DBC-1C5FEDA4D761}">
      <dgm:prSet/>
      <dgm:spPr/>
      <dgm:t>
        <a:bodyPr/>
        <a:lstStyle/>
        <a:p>
          <a:endParaRPr lang="ru-RU" sz="3600"/>
        </a:p>
      </dgm:t>
    </dgm:pt>
    <dgm:pt modelId="{95BDC682-E9B6-4696-8F30-4109A54BAD74}" type="sibTrans" cxnId="{D6AA547F-67E7-4965-9DBC-1C5FEDA4D761}">
      <dgm:prSet/>
      <dgm:spPr/>
      <dgm:t>
        <a:bodyPr/>
        <a:lstStyle/>
        <a:p>
          <a:endParaRPr lang="ru-RU" sz="1100"/>
        </a:p>
      </dgm:t>
    </dgm:pt>
    <dgm:pt modelId="{E34FAD69-4308-4577-BC40-24DA222BD18E}">
      <dgm:prSet custT="1"/>
      <dgm:spPr/>
      <dgm:t>
        <a:bodyPr/>
        <a:lstStyle/>
        <a:p>
          <a:r>
            <a:rPr lang="kk-KZ" sz="1200" dirty="0" smtClean="0"/>
            <a:t>Ержан</a:t>
          </a:r>
          <a:endParaRPr lang="ru-RU" sz="1200" dirty="0"/>
        </a:p>
      </dgm:t>
    </dgm:pt>
    <dgm:pt modelId="{0665EE16-36BD-4109-B1A7-F745DC002456}" type="parTrans" cxnId="{47923373-75D5-4C4E-8EEF-40EA7C16A8A7}">
      <dgm:prSet/>
      <dgm:spPr/>
      <dgm:t>
        <a:bodyPr/>
        <a:lstStyle/>
        <a:p>
          <a:endParaRPr lang="ru-RU" sz="3600"/>
        </a:p>
      </dgm:t>
    </dgm:pt>
    <dgm:pt modelId="{92A8AF36-AF1C-4F1A-AB7E-E12A8F84CF65}" type="sibTrans" cxnId="{47923373-75D5-4C4E-8EEF-40EA7C16A8A7}">
      <dgm:prSet/>
      <dgm:spPr/>
      <dgm:t>
        <a:bodyPr/>
        <a:lstStyle/>
        <a:p>
          <a:endParaRPr lang="ru-RU" sz="1100"/>
        </a:p>
      </dgm:t>
    </dgm:pt>
    <dgm:pt modelId="{6F871100-5930-4A36-AB9F-60FE0E20D8EA}">
      <dgm:prSet custT="1"/>
      <dgm:spPr/>
      <dgm:t>
        <a:bodyPr/>
        <a:lstStyle/>
        <a:p>
          <a:r>
            <a:rPr lang="kk-KZ" sz="1200" dirty="0" smtClean="0"/>
            <a:t>Нұрислам	</a:t>
          </a:r>
          <a:endParaRPr lang="ru-RU" sz="1200" dirty="0"/>
        </a:p>
      </dgm:t>
    </dgm:pt>
    <dgm:pt modelId="{C0DF08A4-3ECF-48DC-964E-C6F20DB916AC}" type="parTrans" cxnId="{F43A72D5-F685-4BEE-AF42-BCBD964FC137}">
      <dgm:prSet/>
      <dgm:spPr/>
      <dgm:t>
        <a:bodyPr/>
        <a:lstStyle/>
        <a:p>
          <a:endParaRPr lang="ru-RU" sz="3600"/>
        </a:p>
      </dgm:t>
    </dgm:pt>
    <dgm:pt modelId="{0F584734-755D-4F51-8D96-6880E4B4A093}" type="sibTrans" cxnId="{F43A72D5-F685-4BEE-AF42-BCBD964FC137}">
      <dgm:prSet/>
      <dgm:spPr/>
      <dgm:t>
        <a:bodyPr/>
        <a:lstStyle/>
        <a:p>
          <a:endParaRPr lang="ru-RU" sz="1100"/>
        </a:p>
      </dgm:t>
    </dgm:pt>
    <dgm:pt modelId="{A28C9234-4BD4-4884-87E7-B12C6CA544AD}">
      <dgm:prSet custT="1"/>
      <dgm:spPr/>
      <dgm:t>
        <a:bodyPr/>
        <a:lstStyle/>
        <a:p>
          <a:r>
            <a:rPr lang="kk-KZ" sz="1200" dirty="0" smtClean="0"/>
            <a:t>Амир</a:t>
          </a:r>
          <a:endParaRPr lang="ru-RU" sz="1200" dirty="0"/>
        </a:p>
      </dgm:t>
    </dgm:pt>
    <dgm:pt modelId="{76F5BC5D-A07B-4249-AAF1-5D37DA78AE1D}" type="parTrans" cxnId="{2D9AB64F-715E-4F94-AB7D-CEE59BC42379}">
      <dgm:prSet/>
      <dgm:spPr/>
      <dgm:t>
        <a:bodyPr/>
        <a:lstStyle/>
        <a:p>
          <a:endParaRPr lang="ru-RU" sz="3600"/>
        </a:p>
      </dgm:t>
    </dgm:pt>
    <dgm:pt modelId="{943CE1BD-4815-498A-96BC-3C076D89DA98}" type="sibTrans" cxnId="{2D9AB64F-715E-4F94-AB7D-CEE59BC42379}">
      <dgm:prSet/>
      <dgm:spPr/>
      <dgm:t>
        <a:bodyPr/>
        <a:lstStyle/>
        <a:p>
          <a:endParaRPr lang="ru-RU" sz="1100"/>
        </a:p>
      </dgm:t>
    </dgm:pt>
    <dgm:pt modelId="{C0DE7315-0247-4599-82D9-7E6A2C062BB0}">
      <dgm:prSet custT="1"/>
      <dgm:spPr/>
      <dgm:t>
        <a:bodyPr/>
        <a:lstStyle/>
        <a:p>
          <a:r>
            <a:rPr lang="kk-KZ" sz="1200" dirty="0" smtClean="0"/>
            <a:t>Жасмин</a:t>
          </a:r>
          <a:endParaRPr lang="ru-RU" sz="1200" dirty="0"/>
        </a:p>
      </dgm:t>
    </dgm:pt>
    <dgm:pt modelId="{E79F84CB-33D2-4FDB-B39F-AE36BD0A2238}" type="parTrans" cxnId="{69B4F482-3E23-423D-91FA-694A29295524}">
      <dgm:prSet/>
      <dgm:spPr/>
      <dgm:t>
        <a:bodyPr/>
        <a:lstStyle/>
        <a:p>
          <a:endParaRPr lang="ru-RU" sz="3600"/>
        </a:p>
      </dgm:t>
    </dgm:pt>
    <dgm:pt modelId="{B16C35C1-BADC-47C8-80C0-69F133758DE9}" type="sibTrans" cxnId="{69B4F482-3E23-423D-91FA-694A29295524}">
      <dgm:prSet/>
      <dgm:spPr/>
      <dgm:t>
        <a:bodyPr/>
        <a:lstStyle/>
        <a:p>
          <a:endParaRPr lang="ru-RU" sz="1100"/>
        </a:p>
      </dgm:t>
    </dgm:pt>
    <dgm:pt modelId="{B429B03C-19EA-40DE-B5A4-22A8B2CD33B7}">
      <dgm:prSet custT="1"/>
      <dgm:spPr/>
      <dgm:t>
        <a:bodyPr/>
        <a:lstStyle/>
        <a:p>
          <a:r>
            <a:rPr lang="kk-KZ" sz="1200" dirty="0" smtClean="0"/>
            <a:t>Алім</a:t>
          </a:r>
          <a:endParaRPr lang="ru-RU" sz="1200" dirty="0"/>
        </a:p>
      </dgm:t>
    </dgm:pt>
    <dgm:pt modelId="{1E42D1C0-B2A2-4B30-8D9B-2C5709D92D4A}" type="parTrans" cxnId="{52FB4357-FE9E-44E4-A975-A24645C90EBB}">
      <dgm:prSet/>
      <dgm:spPr/>
      <dgm:t>
        <a:bodyPr/>
        <a:lstStyle/>
        <a:p>
          <a:endParaRPr lang="ru-RU" sz="3600"/>
        </a:p>
      </dgm:t>
    </dgm:pt>
    <dgm:pt modelId="{3B10619B-F23C-4B96-B9A3-150E55874C0A}" type="sibTrans" cxnId="{52FB4357-FE9E-44E4-A975-A24645C90EBB}">
      <dgm:prSet/>
      <dgm:spPr/>
      <dgm:t>
        <a:bodyPr/>
        <a:lstStyle/>
        <a:p>
          <a:endParaRPr lang="ru-RU" sz="1100"/>
        </a:p>
      </dgm:t>
    </dgm:pt>
    <dgm:pt modelId="{0DE2ECF9-026A-4AE8-AB97-D8CC652CE05F}">
      <dgm:prSet custT="1"/>
      <dgm:spPr/>
      <dgm:t>
        <a:bodyPr/>
        <a:lstStyle/>
        <a:p>
          <a:r>
            <a:rPr lang="kk-KZ" sz="1200" dirty="0" smtClean="0"/>
            <a:t>Нұрали</a:t>
          </a:r>
          <a:endParaRPr lang="ru-RU" sz="1200" dirty="0"/>
        </a:p>
      </dgm:t>
    </dgm:pt>
    <dgm:pt modelId="{47B827C2-B754-4E83-9AC7-59D00D5B4BA4}" type="parTrans" cxnId="{36D6F2F0-D811-4066-874A-BD2F699CF5B8}">
      <dgm:prSet/>
      <dgm:spPr/>
      <dgm:t>
        <a:bodyPr/>
        <a:lstStyle/>
        <a:p>
          <a:endParaRPr lang="ru-RU" sz="3600"/>
        </a:p>
      </dgm:t>
    </dgm:pt>
    <dgm:pt modelId="{8A7BD0A8-CFDD-437B-9F75-FFC41FEB4467}" type="sibTrans" cxnId="{36D6F2F0-D811-4066-874A-BD2F699CF5B8}">
      <dgm:prSet/>
      <dgm:spPr/>
      <dgm:t>
        <a:bodyPr/>
        <a:lstStyle/>
        <a:p>
          <a:endParaRPr lang="ru-RU" sz="1100"/>
        </a:p>
      </dgm:t>
    </dgm:pt>
    <dgm:pt modelId="{A00AE4B7-9A18-439D-AD3C-24D30CAAE9AE}">
      <dgm:prSet custT="1"/>
      <dgm:spPr/>
      <dgm:t>
        <a:bodyPr/>
        <a:lstStyle/>
        <a:p>
          <a:r>
            <a:rPr lang="kk-KZ" sz="1200" dirty="0" smtClean="0"/>
            <a:t>Эмир</a:t>
          </a:r>
          <a:endParaRPr lang="ru-RU" sz="1200" dirty="0"/>
        </a:p>
      </dgm:t>
    </dgm:pt>
    <dgm:pt modelId="{9F7A2FF2-752F-4CE3-B541-4E8E76F87939}" type="parTrans" cxnId="{BB738F28-999C-4766-91EB-85ED4788F055}">
      <dgm:prSet/>
      <dgm:spPr/>
      <dgm:t>
        <a:bodyPr/>
        <a:lstStyle/>
        <a:p>
          <a:endParaRPr lang="ru-RU" sz="3600"/>
        </a:p>
      </dgm:t>
    </dgm:pt>
    <dgm:pt modelId="{36891E3E-1425-4D09-976F-EEF44D62153C}" type="sibTrans" cxnId="{BB738F28-999C-4766-91EB-85ED4788F055}">
      <dgm:prSet/>
      <dgm:spPr/>
      <dgm:t>
        <a:bodyPr/>
        <a:lstStyle/>
        <a:p>
          <a:endParaRPr lang="ru-RU" sz="1100"/>
        </a:p>
      </dgm:t>
    </dgm:pt>
    <dgm:pt modelId="{8E52D249-D1C7-486A-A0C7-6694560B7D68}">
      <dgm:prSet custT="1"/>
      <dgm:spPr/>
      <dgm:t>
        <a:bodyPr/>
        <a:lstStyle/>
        <a:p>
          <a:r>
            <a:rPr lang="kk-KZ" sz="1200" dirty="0" smtClean="0"/>
            <a:t>Ерасыл</a:t>
          </a:r>
          <a:endParaRPr lang="ru-RU" sz="1200" dirty="0"/>
        </a:p>
      </dgm:t>
    </dgm:pt>
    <dgm:pt modelId="{00299DAA-5FCE-4F37-9CF2-A19830204E29}" type="parTrans" cxnId="{9DBB86D9-46FB-4E8E-A27B-DCFEE4CC8353}">
      <dgm:prSet/>
      <dgm:spPr/>
      <dgm:t>
        <a:bodyPr/>
        <a:lstStyle/>
        <a:p>
          <a:endParaRPr lang="ru-RU" sz="3600"/>
        </a:p>
      </dgm:t>
    </dgm:pt>
    <dgm:pt modelId="{A977466F-9C3A-42F8-9E4C-C3CB42F388E7}" type="sibTrans" cxnId="{9DBB86D9-46FB-4E8E-A27B-DCFEE4CC8353}">
      <dgm:prSet/>
      <dgm:spPr/>
      <dgm:t>
        <a:bodyPr/>
        <a:lstStyle/>
        <a:p>
          <a:endParaRPr lang="ru-RU" sz="1100"/>
        </a:p>
      </dgm:t>
    </dgm:pt>
    <dgm:pt modelId="{DB721D84-4F54-47FE-AE11-D0B313D82A1E}">
      <dgm:prSet custT="1"/>
      <dgm:spPr/>
      <dgm:t>
        <a:bodyPr/>
        <a:lstStyle/>
        <a:p>
          <a:r>
            <a:rPr lang="kk-KZ" sz="1200" dirty="0" smtClean="0"/>
            <a:t>Али</a:t>
          </a:r>
          <a:endParaRPr lang="ru-RU" sz="1200" dirty="0"/>
        </a:p>
      </dgm:t>
    </dgm:pt>
    <dgm:pt modelId="{3FE82FF1-8AF0-4113-8963-9B3C337621A3}" type="parTrans" cxnId="{F34F04BD-CE62-4172-A84B-9490170FB8DA}">
      <dgm:prSet/>
      <dgm:spPr/>
      <dgm:t>
        <a:bodyPr/>
        <a:lstStyle/>
        <a:p>
          <a:endParaRPr lang="ru-RU" sz="3600"/>
        </a:p>
      </dgm:t>
    </dgm:pt>
    <dgm:pt modelId="{35EB7970-DC58-4745-9FCF-BC58F3331827}" type="sibTrans" cxnId="{F34F04BD-CE62-4172-A84B-9490170FB8DA}">
      <dgm:prSet/>
      <dgm:spPr/>
      <dgm:t>
        <a:bodyPr/>
        <a:lstStyle/>
        <a:p>
          <a:endParaRPr lang="ru-RU" sz="1100"/>
        </a:p>
      </dgm:t>
    </dgm:pt>
    <dgm:pt modelId="{9949909A-3DA9-41DA-A03C-3B689E9A3462}">
      <dgm:prSet custT="1"/>
      <dgm:spPr/>
      <dgm:t>
        <a:bodyPr/>
        <a:lstStyle/>
        <a:p>
          <a:r>
            <a:rPr lang="kk-KZ" sz="1200" dirty="0" smtClean="0"/>
            <a:t>Альтайр</a:t>
          </a:r>
          <a:endParaRPr lang="ru-RU" sz="1200" dirty="0"/>
        </a:p>
      </dgm:t>
    </dgm:pt>
    <dgm:pt modelId="{47AB3363-2D7D-45D8-B82C-D994ADCCF773}" type="parTrans" cxnId="{380CF505-31A8-4B8E-8E74-BC20FCED5E3D}">
      <dgm:prSet/>
      <dgm:spPr/>
      <dgm:t>
        <a:bodyPr/>
        <a:lstStyle/>
        <a:p>
          <a:endParaRPr lang="ru-RU" sz="3600"/>
        </a:p>
      </dgm:t>
    </dgm:pt>
    <dgm:pt modelId="{42E7CF77-5A82-49C6-9DC4-00D78352F40C}" type="sibTrans" cxnId="{380CF505-31A8-4B8E-8E74-BC20FCED5E3D}">
      <dgm:prSet/>
      <dgm:spPr/>
      <dgm:t>
        <a:bodyPr/>
        <a:lstStyle/>
        <a:p>
          <a:endParaRPr lang="ru-RU" sz="1100"/>
        </a:p>
      </dgm:t>
    </dgm:pt>
    <dgm:pt modelId="{F6B7E100-FD7D-496E-9EBB-962BDEF4911C}">
      <dgm:prSet custT="1"/>
      <dgm:spPr/>
      <dgm:t>
        <a:bodyPr/>
        <a:lstStyle/>
        <a:p>
          <a:r>
            <a:rPr lang="kk-KZ" sz="1200" dirty="0" smtClean="0"/>
            <a:t>Мариям</a:t>
          </a:r>
          <a:endParaRPr lang="ru-RU" sz="1200" dirty="0"/>
        </a:p>
      </dgm:t>
    </dgm:pt>
    <dgm:pt modelId="{E30EAE62-02A9-43BE-9350-588C621DED27}" type="parTrans" cxnId="{9B597F89-1B7A-47F4-8B01-07CA75A509E2}">
      <dgm:prSet/>
      <dgm:spPr/>
      <dgm:t>
        <a:bodyPr/>
        <a:lstStyle/>
        <a:p>
          <a:endParaRPr lang="ru-RU" sz="3600"/>
        </a:p>
      </dgm:t>
    </dgm:pt>
    <dgm:pt modelId="{53BCD0B7-BC18-4176-97CD-CA6B61818AA0}" type="sibTrans" cxnId="{9B597F89-1B7A-47F4-8B01-07CA75A509E2}">
      <dgm:prSet/>
      <dgm:spPr/>
      <dgm:t>
        <a:bodyPr/>
        <a:lstStyle/>
        <a:p>
          <a:endParaRPr lang="ru-RU" sz="1100"/>
        </a:p>
      </dgm:t>
    </dgm:pt>
    <dgm:pt modelId="{340C3455-55CA-4B7F-9261-883E93C206AC}">
      <dgm:prSet custT="1"/>
      <dgm:spPr/>
      <dgm:t>
        <a:bodyPr/>
        <a:lstStyle/>
        <a:p>
          <a:r>
            <a:rPr lang="kk-KZ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Нүреке</a:t>
          </a:r>
          <a:endParaRPr lang="ru-RU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D62D756-9F60-4642-81EC-D4723CC63E7F}" type="parTrans" cxnId="{DAF61D7F-5FC0-4A0C-BB38-2AC7DE828A24}">
      <dgm:prSet/>
      <dgm:spPr/>
      <dgm:t>
        <a:bodyPr/>
        <a:lstStyle/>
        <a:p>
          <a:endParaRPr lang="ru-RU" sz="3600"/>
        </a:p>
      </dgm:t>
    </dgm:pt>
    <dgm:pt modelId="{6AECA0A3-CD80-44D4-BC69-161CB9426CB4}" type="sibTrans" cxnId="{DAF61D7F-5FC0-4A0C-BB38-2AC7DE828A24}">
      <dgm:prSet/>
      <dgm:spPr/>
      <dgm:t>
        <a:bodyPr/>
        <a:lstStyle/>
        <a:p>
          <a:endParaRPr lang="ru-RU" sz="1100"/>
        </a:p>
      </dgm:t>
    </dgm:pt>
    <dgm:pt modelId="{946FE5A1-A7D0-4F74-9BA2-15C751C27FCD}">
      <dgm:prSet custT="1"/>
      <dgm:spPr/>
      <dgm:t>
        <a:bodyPr/>
        <a:lstStyle/>
        <a:p>
          <a:r>
            <a:rPr lang="kk-KZ" sz="18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Надира</a:t>
          </a:r>
          <a:endParaRPr lang="ru-RU" sz="1800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4812162-8607-4FC7-90ED-77C1859E92BB}" type="parTrans" cxnId="{3B225721-5A68-4908-976A-456326CF8BB8}">
      <dgm:prSet/>
      <dgm:spPr/>
      <dgm:t>
        <a:bodyPr/>
        <a:lstStyle/>
        <a:p>
          <a:endParaRPr lang="ru-RU" sz="3600"/>
        </a:p>
      </dgm:t>
    </dgm:pt>
    <dgm:pt modelId="{4738A236-FADE-4C2E-9594-2B7C2BEBB672}" type="sibTrans" cxnId="{3B225721-5A68-4908-976A-456326CF8BB8}">
      <dgm:prSet/>
      <dgm:spPr/>
      <dgm:t>
        <a:bodyPr/>
        <a:lstStyle/>
        <a:p>
          <a:endParaRPr lang="ru-RU" sz="1100"/>
        </a:p>
      </dgm:t>
    </dgm:pt>
    <dgm:pt modelId="{BF00AA82-D50B-411A-89D4-FCB06F829419}">
      <dgm:prSet custT="1"/>
      <dgm:spPr/>
      <dgm:t>
        <a:bodyPr/>
        <a:lstStyle/>
        <a:p>
          <a:r>
            <a:rPr lang="kk-KZ" sz="18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Айзере</a:t>
          </a:r>
          <a:endParaRPr lang="ru-RU" sz="1800" dirty="0">
            <a:solidFill>
              <a:srgbClr val="0070C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7091B80-CE74-4935-A3FC-39B753516A71}" type="parTrans" cxnId="{AC666843-133B-4F3C-A098-4351AAA641D4}">
      <dgm:prSet/>
      <dgm:spPr/>
      <dgm:t>
        <a:bodyPr/>
        <a:lstStyle/>
        <a:p>
          <a:endParaRPr lang="ru-RU" sz="3600"/>
        </a:p>
      </dgm:t>
    </dgm:pt>
    <dgm:pt modelId="{6D515090-BE97-46E6-941C-C211DFC4AC00}" type="sibTrans" cxnId="{AC666843-133B-4F3C-A098-4351AAA641D4}">
      <dgm:prSet/>
      <dgm:spPr/>
      <dgm:t>
        <a:bodyPr/>
        <a:lstStyle/>
        <a:p>
          <a:endParaRPr lang="ru-RU" sz="1100"/>
        </a:p>
      </dgm:t>
    </dgm:pt>
    <dgm:pt modelId="{C6E47E9A-FD78-46D0-AFE9-830549A31218}">
      <dgm:prSet custT="1"/>
      <dgm:spPr/>
      <dgm:t>
        <a:bodyPr/>
        <a:lstStyle/>
        <a:p>
          <a:r>
            <a:rPr lang="kk-KZ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Серәлі</a:t>
          </a:r>
          <a:endParaRPr lang="ru-RU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0C58889-C49E-4270-A76D-7C3E11C1DE68}" type="parTrans" cxnId="{13BD238A-B2A4-474F-9876-85148055380E}">
      <dgm:prSet/>
      <dgm:spPr/>
      <dgm:t>
        <a:bodyPr/>
        <a:lstStyle/>
        <a:p>
          <a:endParaRPr lang="ru-RU" sz="3600"/>
        </a:p>
      </dgm:t>
    </dgm:pt>
    <dgm:pt modelId="{313209DA-C5AB-4A7B-AED9-E99DE5965169}" type="sibTrans" cxnId="{13BD238A-B2A4-474F-9876-85148055380E}">
      <dgm:prSet/>
      <dgm:spPr/>
      <dgm:t>
        <a:bodyPr/>
        <a:lstStyle/>
        <a:p>
          <a:endParaRPr lang="ru-RU" sz="1100"/>
        </a:p>
      </dgm:t>
    </dgm:pt>
    <dgm:pt modelId="{A42D9BFA-27C7-4F66-8390-5E01A0167B17}">
      <dgm:prSet custT="1"/>
      <dgm:spPr/>
      <dgm:t>
        <a:bodyPr/>
        <a:lstStyle/>
        <a:p>
          <a:r>
            <a:rPr lang="kk-KZ" sz="1200" dirty="0" smtClean="0"/>
            <a:t>Алихан</a:t>
          </a:r>
          <a:endParaRPr lang="ru-RU" sz="1200" dirty="0"/>
        </a:p>
      </dgm:t>
    </dgm:pt>
    <dgm:pt modelId="{A713388B-0CE9-4CDB-842B-9DC226806074}" type="parTrans" cxnId="{96A3571B-F5BC-4396-8AE0-CBA2548FD3B1}">
      <dgm:prSet/>
      <dgm:spPr/>
      <dgm:t>
        <a:bodyPr/>
        <a:lstStyle/>
        <a:p>
          <a:endParaRPr lang="ru-RU" sz="3600"/>
        </a:p>
      </dgm:t>
    </dgm:pt>
    <dgm:pt modelId="{FABD8AE7-0729-4933-BA43-32EE5F86FDB5}" type="sibTrans" cxnId="{96A3571B-F5BC-4396-8AE0-CBA2548FD3B1}">
      <dgm:prSet/>
      <dgm:spPr/>
      <dgm:t>
        <a:bodyPr/>
        <a:lstStyle/>
        <a:p>
          <a:endParaRPr lang="ru-RU" sz="1100"/>
        </a:p>
      </dgm:t>
    </dgm:pt>
    <dgm:pt modelId="{21DF3FDF-6BEB-4ABD-8F84-4C9B16FC0B84}">
      <dgm:prSet custT="1"/>
      <dgm:spPr/>
      <dgm:t>
        <a:bodyPr/>
        <a:lstStyle/>
        <a:p>
          <a:r>
            <a:rPr lang="kk-KZ" sz="1200" dirty="0" smtClean="0"/>
            <a:t>Азиза</a:t>
          </a:r>
          <a:endParaRPr lang="ru-RU" sz="1200" dirty="0"/>
        </a:p>
      </dgm:t>
    </dgm:pt>
    <dgm:pt modelId="{8CE460EB-399C-45F3-84F0-1627FB7E7470}" type="parTrans" cxnId="{884408A2-F4C0-496A-9F03-289DB3FC8E8C}">
      <dgm:prSet/>
      <dgm:spPr/>
      <dgm:t>
        <a:bodyPr/>
        <a:lstStyle/>
        <a:p>
          <a:endParaRPr lang="ru-RU" sz="3600"/>
        </a:p>
      </dgm:t>
    </dgm:pt>
    <dgm:pt modelId="{0FD2C25A-05E1-40E4-B07C-F98B498A04D0}" type="sibTrans" cxnId="{884408A2-F4C0-496A-9F03-289DB3FC8E8C}">
      <dgm:prSet/>
      <dgm:spPr/>
      <dgm:t>
        <a:bodyPr/>
        <a:lstStyle/>
        <a:p>
          <a:endParaRPr lang="ru-RU" sz="1100"/>
        </a:p>
      </dgm:t>
    </dgm:pt>
    <dgm:pt modelId="{1C53E8AA-E55D-4D22-BA2E-90E1CAD90F56}">
      <dgm:prSet custT="1"/>
      <dgm:spPr/>
      <dgm:t>
        <a:bodyPr/>
        <a:lstStyle/>
        <a:p>
          <a:r>
            <a:rPr lang="kk-KZ" sz="1200" dirty="0" smtClean="0"/>
            <a:t>Аяла</a:t>
          </a:r>
          <a:endParaRPr lang="ru-RU" sz="1200" dirty="0"/>
        </a:p>
      </dgm:t>
    </dgm:pt>
    <dgm:pt modelId="{FA39B95C-A4F8-4379-905A-53FF593C6301}" type="parTrans" cxnId="{2C5B79C4-931D-4F1B-986A-72564095564B}">
      <dgm:prSet/>
      <dgm:spPr/>
      <dgm:t>
        <a:bodyPr/>
        <a:lstStyle/>
        <a:p>
          <a:endParaRPr lang="ru-RU" sz="3600"/>
        </a:p>
      </dgm:t>
    </dgm:pt>
    <dgm:pt modelId="{1AF8AC50-B5A3-43E7-A345-0E5CC9BA3F12}" type="sibTrans" cxnId="{2C5B79C4-931D-4F1B-986A-72564095564B}">
      <dgm:prSet/>
      <dgm:spPr/>
      <dgm:t>
        <a:bodyPr/>
        <a:lstStyle/>
        <a:p>
          <a:endParaRPr lang="ru-RU" sz="1100"/>
        </a:p>
      </dgm:t>
    </dgm:pt>
    <dgm:pt modelId="{48CE0783-2466-47F2-A842-F4E9804DB1F6}">
      <dgm:prSet custT="1"/>
      <dgm:spPr/>
      <dgm:t>
        <a:bodyPr/>
        <a:lstStyle/>
        <a:p>
          <a:r>
            <a:rPr lang="kk-KZ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Атымтай</a:t>
          </a:r>
          <a:endParaRPr lang="ru-RU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BEA1CF-7D8E-4BBA-91B8-0B0704A701BA}" type="parTrans" cxnId="{B19FE708-5EA4-45F1-A480-CDFBA2A98A8E}">
      <dgm:prSet/>
      <dgm:spPr/>
      <dgm:t>
        <a:bodyPr/>
        <a:lstStyle/>
        <a:p>
          <a:endParaRPr lang="ru-RU" sz="3600"/>
        </a:p>
      </dgm:t>
    </dgm:pt>
    <dgm:pt modelId="{155845D4-CB90-45A1-804B-EEE13F3FD2E0}" type="sibTrans" cxnId="{B19FE708-5EA4-45F1-A480-CDFBA2A98A8E}">
      <dgm:prSet/>
      <dgm:spPr/>
      <dgm:t>
        <a:bodyPr/>
        <a:lstStyle/>
        <a:p>
          <a:endParaRPr lang="ru-RU" sz="1100"/>
        </a:p>
      </dgm:t>
    </dgm:pt>
    <dgm:pt modelId="{D81A1D51-D291-437F-A707-F7C2DEDFF3E8}">
      <dgm:prSet custT="1"/>
      <dgm:spPr/>
      <dgm:t>
        <a:bodyPr/>
        <a:lstStyle/>
        <a:p>
          <a:r>
            <a:rPr lang="kk-KZ" sz="1200" u="sng" dirty="0" smtClean="0">
              <a:solidFill>
                <a:srgbClr val="FF0000"/>
              </a:solidFill>
              <a:hlinkClick xmlns:r="http://schemas.openxmlformats.org/officeDocument/2006/relationships" r:id="rId1" action="ppaction://hlinkfile"/>
            </a:rPr>
            <a:t>Төлеу</a:t>
          </a:r>
          <a:r>
            <a:rPr lang="kk-KZ" sz="1200" u="sng" dirty="0" smtClean="0">
              <a:solidFill>
                <a:srgbClr val="FF0000"/>
              </a:solidFill>
            </a:rPr>
            <a:t>/Мұрат</a:t>
          </a:r>
          <a:endParaRPr lang="ru-RU" sz="1200" u="sng" dirty="0">
            <a:solidFill>
              <a:srgbClr val="FF0000"/>
            </a:solidFill>
          </a:endParaRPr>
        </a:p>
      </dgm:t>
    </dgm:pt>
    <dgm:pt modelId="{DFC191BE-C79D-42A2-8DD5-41EA7FCF1C51}" type="parTrans" cxnId="{45780321-95C8-4D5A-8BA8-377288267ACC}">
      <dgm:prSet/>
      <dgm:spPr/>
      <dgm:t>
        <a:bodyPr/>
        <a:lstStyle/>
        <a:p>
          <a:endParaRPr lang="ru-RU" sz="3600"/>
        </a:p>
      </dgm:t>
    </dgm:pt>
    <dgm:pt modelId="{AB3B2F9F-461A-46BE-A9A4-9C842DA0B16C}" type="sibTrans" cxnId="{45780321-95C8-4D5A-8BA8-377288267ACC}">
      <dgm:prSet/>
      <dgm:spPr/>
      <dgm:t>
        <a:bodyPr/>
        <a:lstStyle/>
        <a:p>
          <a:endParaRPr lang="ru-RU" sz="1100"/>
        </a:p>
      </dgm:t>
    </dgm:pt>
    <dgm:pt modelId="{44C9DE57-F806-4390-8DFB-19CA5844625F}" type="pres">
      <dgm:prSet presAssocID="{1D4B0CDB-6406-4E54-94C1-AD85B30EFDD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B6FC441F-2634-425E-81C0-0F1AC248DBE8}" type="pres">
      <dgm:prSet presAssocID="{9E4F1EB8-47DC-4215-8219-30EC5C382E85}" presName="hierRoot1" presStyleCnt="0">
        <dgm:presLayoutVars>
          <dgm:hierBranch val="init"/>
        </dgm:presLayoutVars>
      </dgm:prSet>
      <dgm:spPr/>
    </dgm:pt>
    <dgm:pt modelId="{A77F409F-8ADB-4E3F-BE91-82EA9C9BEB16}" type="pres">
      <dgm:prSet presAssocID="{9E4F1EB8-47DC-4215-8219-30EC5C382E85}" presName="rootComposite1" presStyleCnt="0"/>
      <dgm:spPr/>
    </dgm:pt>
    <dgm:pt modelId="{B3891939-AE0F-4781-9412-B55DA060910D}" type="pres">
      <dgm:prSet presAssocID="{9E4F1EB8-47DC-4215-8219-30EC5C382E85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11AE205-FE44-4154-83C2-A3AFF06C43BF}" type="pres">
      <dgm:prSet presAssocID="{9E4F1EB8-47DC-4215-8219-30EC5C382E85}" presName="topArc1" presStyleLbl="parChTrans1D1" presStyleIdx="0" presStyleCnt="76"/>
      <dgm:spPr/>
    </dgm:pt>
    <dgm:pt modelId="{11F75B0E-F2DB-4760-9A9A-42DA28A0C234}" type="pres">
      <dgm:prSet presAssocID="{9E4F1EB8-47DC-4215-8219-30EC5C382E85}" presName="bottomArc1" presStyleLbl="parChTrans1D1" presStyleIdx="1" presStyleCnt="76"/>
      <dgm:spPr/>
    </dgm:pt>
    <dgm:pt modelId="{F94FB146-F5A2-4559-9E61-8B8FEB053EC8}" type="pres">
      <dgm:prSet presAssocID="{9E4F1EB8-47DC-4215-8219-30EC5C382E85}" presName="topConnNode1" presStyleLbl="node1" presStyleIdx="0" presStyleCnt="0"/>
      <dgm:spPr/>
      <dgm:t>
        <a:bodyPr/>
        <a:lstStyle/>
        <a:p>
          <a:endParaRPr lang="ru-RU"/>
        </a:p>
      </dgm:t>
    </dgm:pt>
    <dgm:pt modelId="{72F5EA9E-8B59-4C1D-B3C9-A1525C372F03}" type="pres">
      <dgm:prSet presAssocID="{9E4F1EB8-47DC-4215-8219-30EC5C382E85}" presName="hierChild2" presStyleCnt="0"/>
      <dgm:spPr/>
    </dgm:pt>
    <dgm:pt modelId="{5D6E0B0F-A56D-4826-974D-C4E3989CFD0B}" type="pres">
      <dgm:prSet presAssocID="{9E4F1EB8-47DC-4215-8219-30EC5C382E85}" presName="hierChild3" presStyleCnt="0"/>
      <dgm:spPr/>
    </dgm:pt>
    <dgm:pt modelId="{9F2E8ABD-A70C-4F61-B7BB-F6F17B5CDE3D}" type="pres">
      <dgm:prSet presAssocID="{70917D93-A183-47D2-AA07-4D1F4E5992AC}" presName="hierRoot1" presStyleCnt="0">
        <dgm:presLayoutVars>
          <dgm:hierBranch val="init"/>
        </dgm:presLayoutVars>
      </dgm:prSet>
      <dgm:spPr/>
    </dgm:pt>
    <dgm:pt modelId="{4FC73A4B-405F-4F8F-AB49-C429E2A2F780}" type="pres">
      <dgm:prSet presAssocID="{70917D93-A183-47D2-AA07-4D1F4E5992AC}" presName="rootComposite1" presStyleCnt="0"/>
      <dgm:spPr/>
    </dgm:pt>
    <dgm:pt modelId="{8D87E7CA-7F43-44CA-9355-4D5208219066}" type="pres">
      <dgm:prSet presAssocID="{70917D93-A183-47D2-AA07-4D1F4E5992AC}" presName="rootText1" presStyleLbl="alignAcc1" presStyleIdx="0" presStyleCnt="0" custScaleX="14043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3A6F72F-4038-439B-AB5F-65202F125212}" type="pres">
      <dgm:prSet presAssocID="{70917D93-A183-47D2-AA07-4D1F4E5992AC}" presName="topArc1" presStyleLbl="parChTrans1D1" presStyleIdx="2" presStyleCnt="76"/>
      <dgm:spPr/>
    </dgm:pt>
    <dgm:pt modelId="{A5D48A0A-A04C-4818-AE83-083C61F889A9}" type="pres">
      <dgm:prSet presAssocID="{70917D93-A183-47D2-AA07-4D1F4E5992AC}" presName="bottomArc1" presStyleLbl="parChTrans1D1" presStyleIdx="3" presStyleCnt="76"/>
      <dgm:spPr/>
    </dgm:pt>
    <dgm:pt modelId="{66E2454F-8942-4655-8D93-C1DD77EDBEAF}" type="pres">
      <dgm:prSet presAssocID="{70917D93-A183-47D2-AA07-4D1F4E5992AC}" presName="topConnNode1" presStyleLbl="asst0" presStyleIdx="0" presStyleCnt="0"/>
      <dgm:spPr/>
      <dgm:t>
        <a:bodyPr/>
        <a:lstStyle/>
        <a:p>
          <a:endParaRPr lang="ru-RU"/>
        </a:p>
      </dgm:t>
    </dgm:pt>
    <dgm:pt modelId="{708658E0-7860-4CF8-A2B8-1ECBE1909534}" type="pres">
      <dgm:prSet presAssocID="{70917D93-A183-47D2-AA07-4D1F4E5992AC}" presName="hierChild2" presStyleCnt="0"/>
      <dgm:spPr/>
    </dgm:pt>
    <dgm:pt modelId="{FD6E65C1-C0C6-4CCF-AD03-927CFFD1348E}" type="pres">
      <dgm:prSet presAssocID="{F9B7250B-2FF3-4DEE-878F-D043A422757E}" presName="Name28" presStyleLbl="parChTrans1D2" presStyleIdx="0" presStyleCnt="3"/>
      <dgm:spPr/>
      <dgm:t>
        <a:bodyPr/>
        <a:lstStyle/>
        <a:p>
          <a:endParaRPr lang="ru-RU"/>
        </a:p>
      </dgm:t>
    </dgm:pt>
    <dgm:pt modelId="{1FEFD406-6811-4CC8-A4A1-F9D2AF735DDF}" type="pres">
      <dgm:prSet presAssocID="{2F18F45F-FB62-4279-B99C-EDF71112766B}" presName="hierRoot2" presStyleCnt="0">
        <dgm:presLayoutVars>
          <dgm:hierBranch/>
        </dgm:presLayoutVars>
      </dgm:prSet>
      <dgm:spPr/>
    </dgm:pt>
    <dgm:pt modelId="{B6D0974D-D40C-48DB-B8FE-890BF5AA66D6}" type="pres">
      <dgm:prSet presAssocID="{2F18F45F-FB62-4279-B99C-EDF71112766B}" presName="rootComposite2" presStyleCnt="0"/>
      <dgm:spPr/>
    </dgm:pt>
    <dgm:pt modelId="{0BCC3614-2A36-4A1F-900A-0AEABEDB1302}" type="pres">
      <dgm:prSet presAssocID="{2F18F45F-FB62-4279-B99C-EDF71112766B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ACF61A6-A3E7-4076-8D35-CCBEB93AD7E3}" type="pres">
      <dgm:prSet presAssocID="{2F18F45F-FB62-4279-B99C-EDF71112766B}" presName="topArc2" presStyleLbl="parChTrans1D1" presStyleIdx="4" presStyleCnt="76"/>
      <dgm:spPr/>
    </dgm:pt>
    <dgm:pt modelId="{5092D10D-72BD-4E29-8D11-23A84EBEA4AE}" type="pres">
      <dgm:prSet presAssocID="{2F18F45F-FB62-4279-B99C-EDF71112766B}" presName="bottomArc2" presStyleLbl="parChTrans1D1" presStyleIdx="5" presStyleCnt="76"/>
      <dgm:spPr/>
    </dgm:pt>
    <dgm:pt modelId="{E7C82F92-C1A5-4BDD-96BA-B5E516014C6D}" type="pres">
      <dgm:prSet presAssocID="{2F18F45F-FB62-4279-B99C-EDF71112766B}" presName="topConnNode2" presStyleLbl="node2" presStyleIdx="0" presStyleCnt="0"/>
      <dgm:spPr/>
      <dgm:t>
        <a:bodyPr/>
        <a:lstStyle/>
        <a:p>
          <a:endParaRPr lang="ru-RU"/>
        </a:p>
      </dgm:t>
    </dgm:pt>
    <dgm:pt modelId="{DF73E25B-47A0-4C38-B1D0-0FDA6F0D1086}" type="pres">
      <dgm:prSet presAssocID="{2F18F45F-FB62-4279-B99C-EDF71112766B}" presName="hierChild4" presStyleCnt="0"/>
      <dgm:spPr/>
    </dgm:pt>
    <dgm:pt modelId="{673B4BE6-63B1-425B-A36D-640AFAAEE841}" type="pres">
      <dgm:prSet presAssocID="{13DEA88A-AA79-44B4-97CE-52F34DCCE1E8}" presName="Name28" presStyleLbl="parChTrans1D3" presStyleIdx="0" presStyleCnt="7"/>
      <dgm:spPr/>
      <dgm:t>
        <a:bodyPr/>
        <a:lstStyle/>
        <a:p>
          <a:endParaRPr lang="ru-RU"/>
        </a:p>
      </dgm:t>
    </dgm:pt>
    <dgm:pt modelId="{8B43B335-52CF-46A0-B760-C1B5398EAB07}" type="pres">
      <dgm:prSet presAssocID="{7C2037DD-B5E2-4FDE-93FD-9EC81E7A6791}" presName="hierRoot2" presStyleCnt="0">
        <dgm:presLayoutVars>
          <dgm:hierBranch val="init"/>
        </dgm:presLayoutVars>
      </dgm:prSet>
      <dgm:spPr/>
    </dgm:pt>
    <dgm:pt modelId="{769C0450-FEE5-4C5B-B53E-789DE3642D48}" type="pres">
      <dgm:prSet presAssocID="{7C2037DD-B5E2-4FDE-93FD-9EC81E7A6791}" presName="rootComposite2" presStyleCnt="0"/>
      <dgm:spPr/>
    </dgm:pt>
    <dgm:pt modelId="{6C552E88-9B8A-4885-ABE8-9603E7A6EC25}" type="pres">
      <dgm:prSet presAssocID="{7C2037DD-B5E2-4FDE-93FD-9EC81E7A6791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12D3DB1-21B1-4036-9A96-52C3F95C2FCD}" type="pres">
      <dgm:prSet presAssocID="{7C2037DD-B5E2-4FDE-93FD-9EC81E7A6791}" presName="topArc2" presStyleLbl="parChTrans1D1" presStyleIdx="6" presStyleCnt="76"/>
      <dgm:spPr/>
    </dgm:pt>
    <dgm:pt modelId="{D8E04994-B43F-43B1-BEE6-5505FF3492F9}" type="pres">
      <dgm:prSet presAssocID="{7C2037DD-B5E2-4FDE-93FD-9EC81E7A6791}" presName="bottomArc2" presStyleLbl="parChTrans1D1" presStyleIdx="7" presStyleCnt="76"/>
      <dgm:spPr/>
    </dgm:pt>
    <dgm:pt modelId="{95715D25-2BBD-4CE7-A067-E814BE5E3C9D}" type="pres">
      <dgm:prSet presAssocID="{7C2037DD-B5E2-4FDE-93FD-9EC81E7A6791}" presName="topConnNode2" presStyleLbl="node3" presStyleIdx="0" presStyleCnt="0"/>
      <dgm:spPr/>
      <dgm:t>
        <a:bodyPr/>
        <a:lstStyle/>
        <a:p>
          <a:endParaRPr lang="ru-RU"/>
        </a:p>
      </dgm:t>
    </dgm:pt>
    <dgm:pt modelId="{ADCE0D5B-6F9B-4D3E-A2AE-6E4235B48A1A}" type="pres">
      <dgm:prSet presAssocID="{7C2037DD-B5E2-4FDE-93FD-9EC81E7A6791}" presName="hierChild4" presStyleCnt="0"/>
      <dgm:spPr/>
    </dgm:pt>
    <dgm:pt modelId="{B140AF36-8837-4F2F-B2F5-243AAED44EEA}" type="pres">
      <dgm:prSet presAssocID="{7C2037DD-B5E2-4FDE-93FD-9EC81E7A6791}" presName="hierChild5" presStyleCnt="0"/>
      <dgm:spPr/>
    </dgm:pt>
    <dgm:pt modelId="{540BAE32-274B-4968-B410-B46932D6A600}" type="pres">
      <dgm:prSet presAssocID="{6FF85FB8-7CFE-4A03-8437-FA97DF595A71}" presName="Name28" presStyleLbl="parChTrans1D3" presStyleIdx="1" presStyleCnt="7"/>
      <dgm:spPr/>
      <dgm:t>
        <a:bodyPr/>
        <a:lstStyle/>
        <a:p>
          <a:endParaRPr lang="ru-RU"/>
        </a:p>
      </dgm:t>
    </dgm:pt>
    <dgm:pt modelId="{F7FC2024-B349-4BA0-9372-025E3FB05A36}" type="pres">
      <dgm:prSet presAssocID="{BD8B3E44-6723-4034-8B41-BB1FBCF14DB7}" presName="hierRoot2" presStyleCnt="0">
        <dgm:presLayoutVars>
          <dgm:hierBranch val="init"/>
        </dgm:presLayoutVars>
      </dgm:prSet>
      <dgm:spPr/>
    </dgm:pt>
    <dgm:pt modelId="{F7215518-DC51-4D46-90B2-0049024DAEDB}" type="pres">
      <dgm:prSet presAssocID="{BD8B3E44-6723-4034-8B41-BB1FBCF14DB7}" presName="rootComposite2" presStyleCnt="0"/>
      <dgm:spPr/>
    </dgm:pt>
    <dgm:pt modelId="{18490715-BFDF-4BCD-8402-9560DE8C4F4C}" type="pres">
      <dgm:prSet presAssocID="{BD8B3E44-6723-4034-8B41-BB1FBCF14DB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A7C6ACF-43D1-413B-A295-68F2ACB031EB}" type="pres">
      <dgm:prSet presAssocID="{BD8B3E44-6723-4034-8B41-BB1FBCF14DB7}" presName="topArc2" presStyleLbl="parChTrans1D1" presStyleIdx="8" presStyleCnt="76"/>
      <dgm:spPr/>
    </dgm:pt>
    <dgm:pt modelId="{8859F8C1-561F-440F-945A-A1A3E6FA3CAB}" type="pres">
      <dgm:prSet presAssocID="{BD8B3E44-6723-4034-8B41-BB1FBCF14DB7}" presName="bottomArc2" presStyleLbl="parChTrans1D1" presStyleIdx="9" presStyleCnt="76"/>
      <dgm:spPr/>
    </dgm:pt>
    <dgm:pt modelId="{C47CD0A2-4358-4844-92F2-D2228046CD51}" type="pres">
      <dgm:prSet presAssocID="{BD8B3E44-6723-4034-8B41-BB1FBCF14DB7}" presName="topConnNode2" presStyleLbl="node3" presStyleIdx="0" presStyleCnt="0"/>
      <dgm:spPr/>
      <dgm:t>
        <a:bodyPr/>
        <a:lstStyle/>
        <a:p>
          <a:endParaRPr lang="ru-RU"/>
        </a:p>
      </dgm:t>
    </dgm:pt>
    <dgm:pt modelId="{F146A674-06EE-4894-9105-2DF0212EF26C}" type="pres">
      <dgm:prSet presAssocID="{BD8B3E44-6723-4034-8B41-BB1FBCF14DB7}" presName="hierChild4" presStyleCnt="0"/>
      <dgm:spPr/>
    </dgm:pt>
    <dgm:pt modelId="{D20A6444-1F2D-45FA-BFFF-32F7598ADA1A}" type="pres">
      <dgm:prSet presAssocID="{1341E96F-39ED-4BD2-B965-D74F0B1D0968}" presName="Name28" presStyleLbl="parChTrans1D4" presStyleIdx="0" presStyleCnt="26"/>
      <dgm:spPr/>
      <dgm:t>
        <a:bodyPr/>
        <a:lstStyle/>
        <a:p>
          <a:endParaRPr lang="ru-RU"/>
        </a:p>
      </dgm:t>
    </dgm:pt>
    <dgm:pt modelId="{D0C9655F-B5E1-466B-B37C-3EA35F400313}" type="pres">
      <dgm:prSet presAssocID="{F57E0442-F474-4E35-8C68-258B488DDE24}" presName="hierRoot2" presStyleCnt="0">
        <dgm:presLayoutVars>
          <dgm:hierBranch val="init"/>
        </dgm:presLayoutVars>
      </dgm:prSet>
      <dgm:spPr/>
    </dgm:pt>
    <dgm:pt modelId="{F876803F-9D12-4320-8F57-9958E9F0D21F}" type="pres">
      <dgm:prSet presAssocID="{F57E0442-F474-4E35-8C68-258B488DDE24}" presName="rootComposite2" presStyleCnt="0"/>
      <dgm:spPr/>
    </dgm:pt>
    <dgm:pt modelId="{C4CA7F9B-8D89-42A7-BE2E-E8171A720E34}" type="pres">
      <dgm:prSet presAssocID="{F57E0442-F474-4E35-8C68-258B488DDE24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253D8C8-1B24-43A4-B547-EDC6D0482BC2}" type="pres">
      <dgm:prSet presAssocID="{F57E0442-F474-4E35-8C68-258B488DDE24}" presName="topArc2" presStyleLbl="parChTrans1D1" presStyleIdx="10" presStyleCnt="76"/>
      <dgm:spPr/>
    </dgm:pt>
    <dgm:pt modelId="{9CDB7A7E-764C-4C84-A17C-0FE8BABBBEF7}" type="pres">
      <dgm:prSet presAssocID="{F57E0442-F474-4E35-8C68-258B488DDE24}" presName="bottomArc2" presStyleLbl="parChTrans1D1" presStyleIdx="11" presStyleCnt="76"/>
      <dgm:spPr/>
    </dgm:pt>
    <dgm:pt modelId="{13FF09E2-E5B0-45DD-8320-BC2409DC922E}" type="pres">
      <dgm:prSet presAssocID="{F57E0442-F474-4E35-8C68-258B488DDE24}" presName="topConnNode2" presStyleLbl="node4" presStyleIdx="0" presStyleCnt="0"/>
      <dgm:spPr/>
      <dgm:t>
        <a:bodyPr/>
        <a:lstStyle/>
        <a:p>
          <a:endParaRPr lang="ru-RU"/>
        </a:p>
      </dgm:t>
    </dgm:pt>
    <dgm:pt modelId="{F8DD4C59-B4EC-445F-9D4E-33A9BB3DFD60}" type="pres">
      <dgm:prSet presAssocID="{F57E0442-F474-4E35-8C68-258B488DDE24}" presName="hierChild4" presStyleCnt="0"/>
      <dgm:spPr/>
    </dgm:pt>
    <dgm:pt modelId="{6C4C6067-7B7E-4DA4-A10A-9FBDCB2B4822}" type="pres">
      <dgm:prSet presAssocID="{C0DF08A4-3ECF-48DC-964E-C6F20DB916AC}" presName="Name28" presStyleLbl="parChTrans1D4" presStyleIdx="1" presStyleCnt="26"/>
      <dgm:spPr/>
      <dgm:t>
        <a:bodyPr/>
        <a:lstStyle/>
        <a:p>
          <a:endParaRPr lang="ru-RU"/>
        </a:p>
      </dgm:t>
    </dgm:pt>
    <dgm:pt modelId="{6704DF13-EA90-4FE0-A6AA-BA938286420D}" type="pres">
      <dgm:prSet presAssocID="{6F871100-5930-4A36-AB9F-60FE0E20D8EA}" presName="hierRoot2" presStyleCnt="0">
        <dgm:presLayoutVars>
          <dgm:hierBranch val="init"/>
        </dgm:presLayoutVars>
      </dgm:prSet>
      <dgm:spPr/>
    </dgm:pt>
    <dgm:pt modelId="{A26D07BD-98A2-42B0-95A9-55ED2DF56113}" type="pres">
      <dgm:prSet presAssocID="{6F871100-5930-4A36-AB9F-60FE0E20D8EA}" presName="rootComposite2" presStyleCnt="0"/>
      <dgm:spPr/>
    </dgm:pt>
    <dgm:pt modelId="{939D94E0-9A6D-4A8A-9661-8F83C6993775}" type="pres">
      <dgm:prSet presAssocID="{6F871100-5930-4A36-AB9F-60FE0E20D8EA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B3B0546-1C5B-4887-AAA8-504AD52B6026}" type="pres">
      <dgm:prSet presAssocID="{6F871100-5930-4A36-AB9F-60FE0E20D8EA}" presName="topArc2" presStyleLbl="parChTrans1D1" presStyleIdx="12" presStyleCnt="76"/>
      <dgm:spPr/>
    </dgm:pt>
    <dgm:pt modelId="{CFB616E6-FC78-4162-816F-C6FC4A972651}" type="pres">
      <dgm:prSet presAssocID="{6F871100-5930-4A36-AB9F-60FE0E20D8EA}" presName="bottomArc2" presStyleLbl="parChTrans1D1" presStyleIdx="13" presStyleCnt="76"/>
      <dgm:spPr/>
    </dgm:pt>
    <dgm:pt modelId="{6839EDFA-C366-45E3-BDFC-B6FCCE229007}" type="pres">
      <dgm:prSet presAssocID="{6F871100-5930-4A36-AB9F-60FE0E20D8EA}" presName="topConnNode2" presStyleLbl="node4" presStyleIdx="0" presStyleCnt="0"/>
      <dgm:spPr/>
      <dgm:t>
        <a:bodyPr/>
        <a:lstStyle/>
        <a:p>
          <a:endParaRPr lang="ru-RU"/>
        </a:p>
      </dgm:t>
    </dgm:pt>
    <dgm:pt modelId="{C32D7315-92EF-41CA-8153-FC2669BE4CCB}" type="pres">
      <dgm:prSet presAssocID="{6F871100-5930-4A36-AB9F-60FE0E20D8EA}" presName="hierChild4" presStyleCnt="0"/>
      <dgm:spPr/>
    </dgm:pt>
    <dgm:pt modelId="{D6F53310-13DC-456B-9164-2037DD9E17EB}" type="pres">
      <dgm:prSet presAssocID="{6F871100-5930-4A36-AB9F-60FE0E20D8EA}" presName="hierChild5" presStyleCnt="0"/>
      <dgm:spPr/>
    </dgm:pt>
    <dgm:pt modelId="{D4D89D6B-CA04-4BC8-9110-C3388EF9AE23}" type="pres">
      <dgm:prSet presAssocID="{76F5BC5D-A07B-4249-AAF1-5D37DA78AE1D}" presName="Name28" presStyleLbl="parChTrans1D4" presStyleIdx="2" presStyleCnt="26"/>
      <dgm:spPr/>
      <dgm:t>
        <a:bodyPr/>
        <a:lstStyle/>
        <a:p>
          <a:endParaRPr lang="ru-RU"/>
        </a:p>
      </dgm:t>
    </dgm:pt>
    <dgm:pt modelId="{9729416B-360A-41D9-A620-BDF6C3C8A31B}" type="pres">
      <dgm:prSet presAssocID="{A28C9234-4BD4-4884-87E7-B12C6CA544AD}" presName="hierRoot2" presStyleCnt="0">
        <dgm:presLayoutVars>
          <dgm:hierBranch val="init"/>
        </dgm:presLayoutVars>
      </dgm:prSet>
      <dgm:spPr/>
    </dgm:pt>
    <dgm:pt modelId="{BA512309-A638-4149-A0FF-E65438824980}" type="pres">
      <dgm:prSet presAssocID="{A28C9234-4BD4-4884-87E7-B12C6CA544AD}" presName="rootComposite2" presStyleCnt="0"/>
      <dgm:spPr/>
    </dgm:pt>
    <dgm:pt modelId="{72C0EB47-CF48-40D9-948C-406F503704F4}" type="pres">
      <dgm:prSet presAssocID="{A28C9234-4BD4-4884-87E7-B12C6CA544AD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13E8274-9843-4A07-9522-D797268BBE69}" type="pres">
      <dgm:prSet presAssocID="{A28C9234-4BD4-4884-87E7-B12C6CA544AD}" presName="topArc2" presStyleLbl="parChTrans1D1" presStyleIdx="14" presStyleCnt="76"/>
      <dgm:spPr/>
    </dgm:pt>
    <dgm:pt modelId="{4D28891A-F525-4B6D-8FEA-F12AD0348A29}" type="pres">
      <dgm:prSet presAssocID="{A28C9234-4BD4-4884-87E7-B12C6CA544AD}" presName="bottomArc2" presStyleLbl="parChTrans1D1" presStyleIdx="15" presStyleCnt="76"/>
      <dgm:spPr/>
    </dgm:pt>
    <dgm:pt modelId="{F57F5434-3681-4C9F-8E22-7BA2B2210881}" type="pres">
      <dgm:prSet presAssocID="{A28C9234-4BD4-4884-87E7-B12C6CA544AD}" presName="topConnNode2" presStyleLbl="node4" presStyleIdx="0" presStyleCnt="0"/>
      <dgm:spPr/>
      <dgm:t>
        <a:bodyPr/>
        <a:lstStyle/>
        <a:p>
          <a:endParaRPr lang="ru-RU"/>
        </a:p>
      </dgm:t>
    </dgm:pt>
    <dgm:pt modelId="{8CC5EA97-E42E-4302-BD7D-CDB0FDB93A83}" type="pres">
      <dgm:prSet presAssocID="{A28C9234-4BD4-4884-87E7-B12C6CA544AD}" presName="hierChild4" presStyleCnt="0"/>
      <dgm:spPr/>
    </dgm:pt>
    <dgm:pt modelId="{A420A476-E740-44BD-ADD2-1E2B9BCC1395}" type="pres">
      <dgm:prSet presAssocID="{A28C9234-4BD4-4884-87E7-B12C6CA544AD}" presName="hierChild5" presStyleCnt="0"/>
      <dgm:spPr/>
    </dgm:pt>
    <dgm:pt modelId="{5C1FA8A7-0262-4344-9BD4-C0108EDFFBF8}" type="pres">
      <dgm:prSet presAssocID="{E79F84CB-33D2-4FDB-B39F-AE36BD0A2238}" presName="Name28" presStyleLbl="parChTrans1D4" presStyleIdx="3" presStyleCnt="26"/>
      <dgm:spPr/>
      <dgm:t>
        <a:bodyPr/>
        <a:lstStyle/>
        <a:p>
          <a:endParaRPr lang="ru-RU"/>
        </a:p>
      </dgm:t>
    </dgm:pt>
    <dgm:pt modelId="{825BEAB3-CD83-4AB3-9C92-0B87EC4487F5}" type="pres">
      <dgm:prSet presAssocID="{C0DE7315-0247-4599-82D9-7E6A2C062BB0}" presName="hierRoot2" presStyleCnt="0">
        <dgm:presLayoutVars>
          <dgm:hierBranch val="init"/>
        </dgm:presLayoutVars>
      </dgm:prSet>
      <dgm:spPr/>
    </dgm:pt>
    <dgm:pt modelId="{AF83C0BD-F5CB-41B3-ACF7-80522E883D8C}" type="pres">
      <dgm:prSet presAssocID="{C0DE7315-0247-4599-82D9-7E6A2C062BB0}" presName="rootComposite2" presStyleCnt="0"/>
      <dgm:spPr/>
    </dgm:pt>
    <dgm:pt modelId="{D8015206-DD25-4FBD-B69A-301461017957}" type="pres">
      <dgm:prSet presAssocID="{C0DE7315-0247-4599-82D9-7E6A2C062BB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B7FF6D3-7FE8-4F4B-8FB2-1CD00271D16C}" type="pres">
      <dgm:prSet presAssocID="{C0DE7315-0247-4599-82D9-7E6A2C062BB0}" presName="topArc2" presStyleLbl="parChTrans1D1" presStyleIdx="16" presStyleCnt="76"/>
      <dgm:spPr/>
    </dgm:pt>
    <dgm:pt modelId="{EAA6C010-83FB-4307-A60E-5501741BC987}" type="pres">
      <dgm:prSet presAssocID="{C0DE7315-0247-4599-82D9-7E6A2C062BB0}" presName="bottomArc2" presStyleLbl="parChTrans1D1" presStyleIdx="17" presStyleCnt="76"/>
      <dgm:spPr/>
    </dgm:pt>
    <dgm:pt modelId="{82E7B1B5-D1CA-4999-BFA6-2E5226F067C3}" type="pres">
      <dgm:prSet presAssocID="{C0DE7315-0247-4599-82D9-7E6A2C062BB0}" presName="topConnNode2" presStyleLbl="node4" presStyleIdx="0" presStyleCnt="0"/>
      <dgm:spPr/>
      <dgm:t>
        <a:bodyPr/>
        <a:lstStyle/>
        <a:p>
          <a:endParaRPr lang="ru-RU"/>
        </a:p>
      </dgm:t>
    </dgm:pt>
    <dgm:pt modelId="{7875F304-A856-41B8-93A1-B3FF4793F9F5}" type="pres">
      <dgm:prSet presAssocID="{C0DE7315-0247-4599-82D9-7E6A2C062BB0}" presName="hierChild4" presStyleCnt="0"/>
      <dgm:spPr/>
    </dgm:pt>
    <dgm:pt modelId="{D1A1E59D-AC9C-45E3-BA5E-9C0EF73738FE}" type="pres">
      <dgm:prSet presAssocID="{C0DE7315-0247-4599-82D9-7E6A2C062BB0}" presName="hierChild5" presStyleCnt="0"/>
      <dgm:spPr/>
    </dgm:pt>
    <dgm:pt modelId="{A401D273-4232-4163-8896-F5270B31283D}" type="pres">
      <dgm:prSet presAssocID="{1E42D1C0-B2A2-4B30-8D9B-2C5709D92D4A}" presName="Name28" presStyleLbl="parChTrans1D4" presStyleIdx="4" presStyleCnt="26"/>
      <dgm:spPr/>
      <dgm:t>
        <a:bodyPr/>
        <a:lstStyle/>
        <a:p>
          <a:endParaRPr lang="ru-RU"/>
        </a:p>
      </dgm:t>
    </dgm:pt>
    <dgm:pt modelId="{4CD23ECD-AB17-4E98-84BE-39735DF6AFF3}" type="pres">
      <dgm:prSet presAssocID="{B429B03C-19EA-40DE-B5A4-22A8B2CD33B7}" presName="hierRoot2" presStyleCnt="0">
        <dgm:presLayoutVars>
          <dgm:hierBranch val="init"/>
        </dgm:presLayoutVars>
      </dgm:prSet>
      <dgm:spPr/>
    </dgm:pt>
    <dgm:pt modelId="{043A092E-802D-488A-8AC2-7F5A40C9C6F2}" type="pres">
      <dgm:prSet presAssocID="{B429B03C-19EA-40DE-B5A4-22A8B2CD33B7}" presName="rootComposite2" presStyleCnt="0"/>
      <dgm:spPr/>
    </dgm:pt>
    <dgm:pt modelId="{E3B8CB81-41CB-4A96-B80A-4F1309C32F47}" type="pres">
      <dgm:prSet presAssocID="{B429B03C-19EA-40DE-B5A4-22A8B2CD33B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2F5960F-16B0-4600-9F9C-3EEAF606A72C}" type="pres">
      <dgm:prSet presAssocID="{B429B03C-19EA-40DE-B5A4-22A8B2CD33B7}" presName="topArc2" presStyleLbl="parChTrans1D1" presStyleIdx="18" presStyleCnt="76"/>
      <dgm:spPr/>
    </dgm:pt>
    <dgm:pt modelId="{43E52514-71FB-48BB-9348-8F91AEA18E7E}" type="pres">
      <dgm:prSet presAssocID="{B429B03C-19EA-40DE-B5A4-22A8B2CD33B7}" presName="bottomArc2" presStyleLbl="parChTrans1D1" presStyleIdx="19" presStyleCnt="76"/>
      <dgm:spPr/>
    </dgm:pt>
    <dgm:pt modelId="{2047C987-E9CA-4174-BE91-9BF0AA2CDB9E}" type="pres">
      <dgm:prSet presAssocID="{B429B03C-19EA-40DE-B5A4-22A8B2CD33B7}" presName="topConnNode2" presStyleLbl="node4" presStyleIdx="0" presStyleCnt="0"/>
      <dgm:spPr/>
      <dgm:t>
        <a:bodyPr/>
        <a:lstStyle/>
        <a:p>
          <a:endParaRPr lang="ru-RU"/>
        </a:p>
      </dgm:t>
    </dgm:pt>
    <dgm:pt modelId="{6905AB00-2937-49F5-8A35-0AB729B30241}" type="pres">
      <dgm:prSet presAssocID="{B429B03C-19EA-40DE-B5A4-22A8B2CD33B7}" presName="hierChild4" presStyleCnt="0"/>
      <dgm:spPr/>
    </dgm:pt>
    <dgm:pt modelId="{9FB176F7-6E7F-41DA-B46B-D957B2A47709}" type="pres">
      <dgm:prSet presAssocID="{B429B03C-19EA-40DE-B5A4-22A8B2CD33B7}" presName="hierChild5" presStyleCnt="0"/>
      <dgm:spPr/>
    </dgm:pt>
    <dgm:pt modelId="{58EA058A-08B4-460B-8AC1-8670B786A276}" type="pres">
      <dgm:prSet presAssocID="{47B827C2-B754-4E83-9AC7-59D00D5B4BA4}" presName="Name28" presStyleLbl="parChTrans1D4" presStyleIdx="5" presStyleCnt="26"/>
      <dgm:spPr/>
      <dgm:t>
        <a:bodyPr/>
        <a:lstStyle/>
        <a:p>
          <a:endParaRPr lang="ru-RU"/>
        </a:p>
      </dgm:t>
    </dgm:pt>
    <dgm:pt modelId="{CA4628A5-2B03-4D11-B2A9-3559319343C9}" type="pres">
      <dgm:prSet presAssocID="{0DE2ECF9-026A-4AE8-AB97-D8CC652CE05F}" presName="hierRoot2" presStyleCnt="0">
        <dgm:presLayoutVars>
          <dgm:hierBranch val="init"/>
        </dgm:presLayoutVars>
      </dgm:prSet>
      <dgm:spPr/>
    </dgm:pt>
    <dgm:pt modelId="{30C0D94F-9825-42FF-A041-5C316733CB0D}" type="pres">
      <dgm:prSet presAssocID="{0DE2ECF9-026A-4AE8-AB97-D8CC652CE05F}" presName="rootComposite2" presStyleCnt="0"/>
      <dgm:spPr/>
    </dgm:pt>
    <dgm:pt modelId="{65342826-59BF-4E33-A13B-0E24C60F9CAB}" type="pres">
      <dgm:prSet presAssocID="{0DE2ECF9-026A-4AE8-AB97-D8CC652CE05F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DE93D52-370C-49D6-86AC-78D1CA698B5D}" type="pres">
      <dgm:prSet presAssocID="{0DE2ECF9-026A-4AE8-AB97-D8CC652CE05F}" presName="topArc2" presStyleLbl="parChTrans1D1" presStyleIdx="20" presStyleCnt="76"/>
      <dgm:spPr/>
    </dgm:pt>
    <dgm:pt modelId="{C211CE43-DF3E-4FEF-9612-945D81D08497}" type="pres">
      <dgm:prSet presAssocID="{0DE2ECF9-026A-4AE8-AB97-D8CC652CE05F}" presName="bottomArc2" presStyleLbl="parChTrans1D1" presStyleIdx="21" presStyleCnt="76"/>
      <dgm:spPr/>
    </dgm:pt>
    <dgm:pt modelId="{13741D17-DDCC-4EE3-9167-516FAEC72014}" type="pres">
      <dgm:prSet presAssocID="{0DE2ECF9-026A-4AE8-AB97-D8CC652CE05F}" presName="topConnNode2" presStyleLbl="node4" presStyleIdx="0" presStyleCnt="0"/>
      <dgm:spPr/>
      <dgm:t>
        <a:bodyPr/>
        <a:lstStyle/>
        <a:p>
          <a:endParaRPr lang="ru-RU"/>
        </a:p>
      </dgm:t>
    </dgm:pt>
    <dgm:pt modelId="{93074F0A-E734-49A4-8952-445ABF71F48E}" type="pres">
      <dgm:prSet presAssocID="{0DE2ECF9-026A-4AE8-AB97-D8CC652CE05F}" presName="hierChild4" presStyleCnt="0"/>
      <dgm:spPr/>
    </dgm:pt>
    <dgm:pt modelId="{A77DA6F2-8C75-40A1-98A7-AB5D105F9DAF}" type="pres">
      <dgm:prSet presAssocID="{0DE2ECF9-026A-4AE8-AB97-D8CC652CE05F}" presName="hierChild5" presStyleCnt="0"/>
      <dgm:spPr/>
    </dgm:pt>
    <dgm:pt modelId="{9C08B8EF-3E8E-4655-A657-1A0DAAD86B21}" type="pres">
      <dgm:prSet presAssocID="{F57E0442-F474-4E35-8C68-258B488DDE24}" presName="hierChild5" presStyleCnt="0"/>
      <dgm:spPr/>
    </dgm:pt>
    <dgm:pt modelId="{065324E1-FDFE-478D-A5A3-6DA6545A64E0}" type="pres">
      <dgm:prSet presAssocID="{29C96102-D187-4FB8-A176-A1CA73D83ECB}" presName="Name28" presStyleLbl="parChTrans1D4" presStyleIdx="6" presStyleCnt="26"/>
      <dgm:spPr/>
      <dgm:t>
        <a:bodyPr/>
        <a:lstStyle/>
        <a:p>
          <a:endParaRPr lang="ru-RU"/>
        </a:p>
      </dgm:t>
    </dgm:pt>
    <dgm:pt modelId="{662E6724-F256-4857-8D69-739583CBC561}" type="pres">
      <dgm:prSet presAssocID="{8051D62D-B456-426D-9865-4C8E3C712CDC}" presName="hierRoot2" presStyleCnt="0">
        <dgm:presLayoutVars>
          <dgm:hierBranch val="init"/>
        </dgm:presLayoutVars>
      </dgm:prSet>
      <dgm:spPr/>
    </dgm:pt>
    <dgm:pt modelId="{6A27691B-9174-415F-B506-879F547811B5}" type="pres">
      <dgm:prSet presAssocID="{8051D62D-B456-426D-9865-4C8E3C712CDC}" presName="rootComposite2" presStyleCnt="0"/>
      <dgm:spPr/>
    </dgm:pt>
    <dgm:pt modelId="{18624BEB-4A03-493F-877B-928A0565724A}" type="pres">
      <dgm:prSet presAssocID="{8051D62D-B456-426D-9865-4C8E3C712CD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FE7E78F-227C-4FD2-879C-23BE8D6E8836}" type="pres">
      <dgm:prSet presAssocID="{8051D62D-B456-426D-9865-4C8E3C712CDC}" presName="topArc2" presStyleLbl="parChTrans1D1" presStyleIdx="22" presStyleCnt="76"/>
      <dgm:spPr/>
    </dgm:pt>
    <dgm:pt modelId="{CAD47AFB-4CA3-4CA6-B268-2E12D2147A28}" type="pres">
      <dgm:prSet presAssocID="{8051D62D-B456-426D-9865-4C8E3C712CDC}" presName="bottomArc2" presStyleLbl="parChTrans1D1" presStyleIdx="23" presStyleCnt="76"/>
      <dgm:spPr/>
    </dgm:pt>
    <dgm:pt modelId="{EEDF1B12-FB7A-4DCE-94FE-FDA5CE70EB3A}" type="pres">
      <dgm:prSet presAssocID="{8051D62D-B456-426D-9865-4C8E3C712CDC}" presName="topConnNode2" presStyleLbl="node4" presStyleIdx="0" presStyleCnt="0"/>
      <dgm:spPr/>
      <dgm:t>
        <a:bodyPr/>
        <a:lstStyle/>
        <a:p>
          <a:endParaRPr lang="ru-RU"/>
        </a:p>
      </dgm:t>
    </dgm:pt>
    <dgm:pt modelId="{B3B6386A-A775-4319-B8A9-90D09311B621}" type="pres">
      <dgm:prSet presAssocID="{8051D62D-B456-426D-9865-4C8E3C712CDC}" presName="hierChild4" presStyleCnt="0"/>
      <dgm:spPr/>
    </dgm:pt>
    <dgm:pt modelId="{1C46085E-175B-4F57-809B-11072640EBC0}" type="pres">
      <dgm:prSet presAssocID="{A713388B-0CE9-4CDB-842B-9DC226806074}" presName="Name28" presStyleLbl="parChTrans1D4" presStyleIdx="7" presStyleCnt="26"/>
      <dgm:spPr/>
      <dgm:t>
        <a:bodyPr/>
        <a:lstStyle/>
        <a:p>
          <a:endParaRPr lang="ru-RU"/>
        </a:p>
      </dgm:t>
    </dgm:pt>
    <dgm:pt modelId="{E40AB13F-F4DA-4C49-8D0F-B79D0F79B79E}" type="pres">
      <dgm:prSet presAssocID="{A42D9BFA-27C7-4F66-8390-5E01A0167B17}" presName="hierRoot2" presStyleCnt="0">
        <dgm:presLayoutVars>
          <dgm:hierBranch val="init"/>
        </dgm:presLayoutVars>
      </dgm:prSet>
      <dgm:spPr/>
    </dgm:pt>
    <dgm:pt modelId="{768CC0D2-E5FF-4844-A55D-4FDBB9B5B8A2}" type="pres">
      <dgm:prSet presAssocID="{A42D9BFA-27C7-4F66-8390-5E01A0167B17}" presName="rootComposite2" presStyleCnt="0"/>
      <dgm:spPr/>
    </dgm:pt>
    <dgm:pt modelId="{07D75D44-C935-46B0-B90A-BF6FF53E9EF4}" type="pres">
      <dgm:prSet presAssocID="{A42D9BFA-27C7-4F66-8390-5E01A0167B1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9AE0631-F774-4EA1-BC64-2D7F001841B4}" type="pres">
      <dgm:prSet presAssocID="{A42D9BFA-27C7-4F66-8390-5E01A0167B17}" presName="topArc2" presStyleLbl="parChTrans1D1" presStyleIdx="24" presStyleCnt="76"/>
      <dgm:spPr/>
    </dgm:pt>
    <dgm:pt modelId="{18E3E8E2-B5D2-4838-AAA1-001BB649DC00}" type="pres">
      <dgm:prSet presAssocID="{A42D9BFA-27C7-4F66-8390-5E01A0167B17}" presName="bottomArc2" presStyleLbl="parChTrans1D1" presStyleIdx="25" presStyleCnt="76"/>
      <dgm:spPr/>
    </dgm:pt>
    <dgm:pt modelId="{97600890-A8A4-44A5-917A-D7DD681DB907}" type="pres">
      <dgm:prSet presAssocID="{A42D9BFA-27C7-4F66-8390-5E01A0167B17}" presName="topConnNode2" presStyleLbl="node4" presStyleIdx="0" presStyleCnt="0"/>
      <dgm:spPr/>
      <dgm:t>
        <a:bodyPr/>
        <a:lstStyle/>
        <a:p>
          <a:endParaRPr lang="ru-RU"/>
        </a:p>
      </dgm:t>
    </dgm:pt>
    <dgm:pt modelId="{8A967EB0-AF3E-4599-B632-84CA07909D26}" type="pres">
      <dgm:prSet presAssocID="{A42D9BFA-27C7-4F66-8390-5E01A0167B17}" presName="hierChild4" presStyleCnt="0"/>
      <dgm:spPr/>
    </dgm:pt>
    <dgm:pt modelId="{F5E1A376-FBFD-4EF6-926F-653863799C1E}" type="pres">
      <dgm:prSet presAssocID="{A42D9BFA-27C7-4F66-8390-5E01A0167B17}" presName="hierChild5" presStyleCnt="0"/>
      <dgm:spPr/>
    </dgm:pt>
    <dgm:pt modelId="{9A219FF5-7405-4C13-A642-3CAB53F94297}" type="pres">
      <dgm:prSet presAssocID="{8CE460EB-399C-45F3-84F0-1627FB7E7470}" presName="Name28" presStyleLbl="parChTrans1D4" presStyleIdx="8" presStyleCnt="26"/>
      <dgm:spPr/>
      <dgm:t>
        <a:bodyPr/>
        <a:lstStyle/>
        <a:p>
          <a:endParaRPr lang="ru-RU"/>
        </a:p>
      </dgm:t>
    </dgm:pt>
    <dgm:pt modelId="{E6D70861-C6E1-43F5-9E2A-209AD66EB052}" type="pres">
      <dgm:prSet presAssocID="{21DF3FDF-6BEB-4ABD-8F84-4C9B16FC0B84}" presName="hierRoot2" presStyleCnt="0">
        <dgm:presLayoutVars>
          <dgm:hierBranch val="init"/>
        </dgm:presLayoutVars>
      </dgm:prSet>
      <dgm:spPr/>
    </dgm:pt>
    <dgm:pt modelId="{2CC349F6-F77B-4671-B99B-225B2F2BC4F4}" type="pres">
      <dgm:prSet presAssocID="{21DF3FDF-6BEB-4ABD-8F84-4C9B16FC0B84}" presName="rootComposite2" presStyleCnt="0"/>
      <dgm:spPr/>
    </dgm:pt>
    <dgm:pt modelId="{73804462-E553-4C00-A8C0-2F36693FEC6D}" type="pres">
      <dgm:prSet presAssocID="{21DF3FDF-6BEB-4ABD-8F84-4C9B16FC0B84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E1AC952-F366-4F61-B830-BB016323DB0F}" type="pres">
      <dgm:prSet presAssocID="{21DF3FDF-6BEB-4ABD-8F84-4C9B16FC0B84}" presName="topArc2" presStyleLbl="parChTrans1D1" presStyleIdx="26" presStyleCnt="76"/>
      <dgm:spPr/>
    </dgm:pt>
    <dgm:pt modelId="{FC75CD2C-1E78-46D1-ABD9-EFB3A645B05D}" type="pres">
      <dgm:prSet presAssocID="{21DF3FDF-6BEB-4ABD-8F84-4C9B16FC0B84}" presName="bottomArc2" presStyleLbl="parChTrans1D1" presStyleIdx="27" presStyleCnt="76"/>
      <dgm:spPr/>
    </dgm:pt>
    <dgm:pt modelId="{76DE2F84-9332-4DB5-B57E-8A1A13233A16}" type="pres">
      <dgm:prSet presAssocID="{21DF3FDF-6BEB-4ABD-8F84-4C9B16FC0B84}" presName="topConnNode2" presStyleLbl="node4" presStyleIdx="0" presStyleCnt="0"/>
      <dgm:spPr/>
      <dgm:t>
        <a:bodyPr/>
        <a:lstStyle/>
        <a:p>
          <a:endParaRPr lang="ru-RU"/>
        </a:p>
      </dgm:t>
    </dgm:pt>
    <dgm:pt modelId="{0E6E4DCA-C0C9-449F-90D1-99795C19BECE}" type="pres">
      <dgm:prSet presAssocID="{21DF3FDF-6BEB-4ABD-8F84-4C9B16FC0B84}" presName="hierChild4" presStyleCnt="0"/>
      <dgm:spPr/>
    </dgm:pt>
    <dgm:pt modelId="{3F81F821-1029-4A5F-8015-5A52587E0CCF}" type="pres">
      <dgm:prSet presAssocID="{21DF3FDF-6BEB-4ABD-8F84-4C9B16FC0B84}" presName="hierChild5" presStyleCnt="0"/>
      <dgm:spPr/>
    </dgm:pt>
    <dgm:pt modelId="{62761266-7698-4E12-84FE-E58F44938611}" type="pres">
      <dgm:prSet presAssocID="{FA39B95C-A4F8-4379-905A-53FF593C6301}" presName="Name28" presStyleLbl="parChTrans1D4" presStyleIdx="9" presStyleCnt="26"/>
      <dgm:spPr/>
      <dgm:t>
        <a:bodyPr/>
        <a:lstStyle/>
        <a:p>
          <a:endParaRPr lang="ru-RU"/>
        </a:p>
      </dgm:t>
    </dgm:pt>
    <dgm:pt modelId="{5A84637E-184D-4B2A-96D8-78B24DB00EC8}" type="pres">
      <dgm:prSet presAssocID="{1C53E8AA-E55D-4D22-BA2E-90E1CAD90F56}" presName="hierRoot2" presStyleCnt="0">
        <dgm:presLayoutVars>
          <dgm:hierBranch val="init"/>
        </dgm:presLayoutVars>
      </dgm:prSet>
      <dgm:spPr/>
    </dgm:pt>
    <dgm:pt modelId="{5AF56BEA-C8CA-447E-A925-8FC4E871F8D9}" type="pres">
      <dgm:prSet presAssocID="{1C53E8AA-E55D-4D22-BA2E-90E1CAD90F56}" presName="rootComposite2" presStyleCnt="0"/>
      <dgm:spPr/>
    </dgm:pt>
    <dgm:pt modelId="{F1146735-1878-4001-98FC-E7FDF5BFC108}" type="pres">
      <dgm:prSet presAssocID="{1C53E8AA-E55D-4D22-BA2E-90E1CAD90F56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4572FAD-1661-4E2B-BA96-E490EF571EBC}" type="pres">
      <dgm:prSet presAssocID="{1C53E8AA-E55D-4D22-BA2E-90E1CAD90F56}" presName="topArc2" presStyleLbl="parChTrans1D1" presStyleIdx="28" presStyleCnt="76"/>
      <dgm:spPr/>
    </dgm:pt>
    <dgm:pt modelId="{06A9B39D-0AE8-428F-A221-FB59A587F60B}" type="pres">
      <dgm:prSet presAssocID="{1C53E8AA-E55D-4D22-BA2E-90E1CAD90F56}" presName="bottomArc2" presStyleLbl="parChTrans1D1" presStyleIdx="29" presStyleCnt="76"/>
      <dgm:spPr/>
    </dgm:pt>
    <dgm:pt modelId="{7B5D3E2D-9685-48F1-A8FE-14175136F6B0}" type="pres">
      <dgm:prSet presAssocID="{1C53E8AA-E55D-4D22-BA2E-90E1CAD90F56}" presName="topConnNode2" presStyleLbl="node4" presStyleIdx="0" presStyleCnt="0"/>
      <dgm:spPr/>
      <dgm:t>
        <a:bodyPr/>
        <a:lstStyle/>
        <a:p>
          <a:endParaRPr lang="ru-RU"/>
        </a:p>
      </dgm:t>
    </dgm:pt>
    <dgm:pt modelId="{5CE2B47E-639F-424C-BC9F-32795E267781}" type="pres">
      <dgm:prSet presAssocID="{1C53E8AA-E55D-4D22-BA2E-90E1CAD90F56}" presName="hierChild4" presStyleCnt="0"/>
      <dgm:spPr/>
    </dgm:pt>
    <dgm:pt modelId="{2AD7DD0B-C425-4D69-A240-BB0E7AE0F1BB}" type="pres">
      <dgm:prSet presAssocID="{1C53E8AA-E55D-4D22-BA2E-90E1CAD90F56}" presName="hierChild5" presStyleCnt="0"/>
      <dgm:spPr/>
    </dgm:pt>
    <dgm:pt modelId="{F3573C09-B951-46C6-B8B4-266A3A339944}" type="pres">
      <dgm:prSet presAssocID="{8051D62D-B456-426D-9865-4C8E3C712CDC}" presName="hierChild5" presStyleCnt="0"/>
      <dgm:spPr/>
    </dgm:pt>
    <dgm:pt modelId="{46BD6FB1-8EC3-43B7-AC94-7B5CF786119D}" type="pres">
      <dgm:prSet presAssocID="{BD8B3E44-6723-4034-8B41-BB1FBCF14DB7}" presName="hierChild5" presStyleCnt="0"/>
      <dgm:spPr/>
    </dgm:pt>
    <dgm:pt modelId="{36C24D2A-2A5E-41F1-8613-D4772F8597ED}" type="pres">
      <dgm:prSet presAssocID="{D84D9047-8EA0-485E-862B-B41195B6BC78}" presName="Name28" presStyleLbl="parChTrans1D3" presStyleIdx="2" presStyleCnt="7"/>
      <dgm:spPr/>
      <dgm:t>
        <a:bodyPr/>
        <a:lstStyle/>
        <a:p>
          <a:endParaRPr lang="ru-RU"/>
        </a:p>
      </dgm:t>
    </dgm:pt>
    <dgm:pt modelId="{57447AD2-B401-4D4C-BD88-C20A4B538E0E}" type="pres">
      <dgm:prSet presAssocID="{37D30272-F3FA-4262-9944-B7AAAACD0BFE}" presName="hierRoot2" presStyleCnt="0">
        <dgm:presLayoutVars>
          <dgm:hierBranch val="init"/>
        </dgm:presLayoutVars>
      </dgm:prSet>
      <dgm:spPr/>
    </dgm:pt>
    <dgm:pt modelId="{8DF67D0E-62FC-45C8-B451-96217A8E67FE}" type="pres">
      <dgm:prSet presAssocID="{37D30272-F3FA-4262-9944-B7AAAACD0BFE}" presName="rootComposite2" presStyleCnt="0"/>
      <dgm:spPr/>
    </dgm:pt>
    <dgm:pt modelId="{9FF5333F-F17C-412B-B7E6-6A243C1E4EDE}" type="pres">
      <dgm:prSet presAssocID="{37D30272-F3FA-4262-9944-B7AAAACD0BF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F9E88ED-9220-4FA8-9DCD-C26C99FA7712}" type="pres">
      <dgm:prSet presAssocID="{37D30272-F3FA-4262-9944-B7AAAACD0BFE}" presName="topArc2" presStyleLbl="parChTrans1D1" presStyleIdx="30" presStyleCnt="76"/>
      <dgm:spPr/>
    </dgm:pt>
    <dgm:pt modelId="{E3B8727E-CBF7-4949-9865-AC6502858ECE}" type="pres">
      <dgm:prSet presAssocID="{37D30272-F3FA-4262-9944-B7AAAACD0BFE}" presName="bottomArc2" presStyleLbl="parChTrans1D1" presStyleIdx="31" presStyleCnt="76"/>
      <dgm:spPr/>
    </dgm:pt>
    <dgm:pt modelId="{6F64EEC0-30A1-4E69-B809-A1EA35B04E3E}" type="pres">
      <dgm:prSet presAssocID="{37D30272-F3FA-4262-9944-B7AAAACD0BFE}" presName="topConnNode2" presStyleLbl="node3" presStyleIdx="0" presStyleCnt="0"/>
      <dgm:spPr/>
      <dgm:t>
        <a:bodyPr/>
        <a:lstStyle/>
        <a:p>
          <a:endParaRPr lang="ru-RU"/>
        </a:p>
      </dgm:t>
    </dgm:pt>
    <dgm:pt modelId="{EB9062CE-80ED-46DD-AC54-F5588DC33DF4}" type="pres">
      <dgm:prSet presAssocID="{37D30272-F3FA-4262-9944-B7AAAACD0BFE}" presName="hierChild4" presStyleCnt="0"/>
      <dgm:spPr/>
    </dgm:pt>
    <dgm:pt modelId="{55818CE5-2865-4F8D-8D02-A6F1DE127E4D}" type="pres">
      <dgm:prSet presAssocID="{4EBC26B6-BB37-4158-B5AB-9FCBCC58779D}" presName="Name28" presStyleLbl="parChTrans1D4" presStyleIdx="10" presStyleCnt="26"/>
      <dgm:spPr/>
      <dgm:t>
        <a:bodyPr/>
        <a:lstStyle/>
        <a:p>
          <a:endParaRPr lang="ru-RU"/>
        </a:p>
      </dgm:t>
    </dgm:pt>
    <dgm:pt modelId="{988D8466-D714-4AFC-86A6-FE1DBE04034E}" type="pres">
      <dgm:prSet presAssocID="{DE1393C2-4942-4F30-85E6-D2BBF7004187}" presName="hierRoot2" presStyleCnt="0">
        <dgm:presLayoutVars>
          <dgm:hierBranch val="init"/>
        </dgm:presLayoutVars>
      </dgm:prSet>
      <dgm:spPr/>
    </dgm:pt>
    <dgm:pt modelId="{87AC64A4-B477-41CC-A4DE-2BA71BD0DD54}" type="pres">
      <dgm:prSet presAssocID="{DE1393C2-4942-4F30-85E6-D2BBF7004187}" presName="rootComposite2" presStyleCnt="0"/>
      <dgm:spPr/>
    </dgm:pt>
    <dgm:pt modelId="{17A59D8C-2FDB-433F-946B-98BC343E74DA}" type="pres">
      <dgm:prSet presAssocID="{DE1393C2-4942-4F30-85E6-D2BBF700418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9FBEB65-F7F7-439A-AC23-1883A9E9D629}" type="pres">
      <dgm:prSet presAssocID="{DE1393C2-4942-4F30-85E6-D2BBF7004187}" presName="topArc2" presStyleLbl="parChTrans1D1" presStyleIdx="32" presStyleCnt="76"/>
      <dgm:spPr/>
    </dgm:pt>
    <dgm:pt modelId="{3816AFC5-C40B-4A86-A756-2D12CDBD24FA}" type="pres">
      <dgm:prSet presAssocID="{DE1393C2-4942-4F30-85E6-D2BBF7004187}" presName="bottomArc2" presStyleLbl="parChTrans1D1" presStyleIdx="33" presStyleCnt="76"/>
      <dgm:spPr/>
    </dgm:pt>
    <dgm:pt modelId="{770AC3E3-CFBA-4598-872E-EA846968BF00}" type="pres">
      <dgm:prSet presAssocID="{DE1393C2-4942-4F30-85E6-D2BBF7004187}" presName="topConnNode2" presStyleLbl="node4" presStyleIdx="0" presStyleCnt="0"/>
      <dgm:spPr/>
      <dgm:t>
        <a:bodyPr/>
        <a:lstStyle/>
        <a:p>
          <a:endParaRPr lang="ru-RU"/>
        </a:p>
      </dgm:t>
    </dgm:pt>
    <dgm:pt modelId="{79A292F8-0476-4F93-81F5-0E8FAF35A656}" type="pres">
      <dgm:prSet presAssocID="{DE1393C2-4942-4F30-85E6-D2BBF7004187}" presName="hierChild4" presStyleCnt="0"/>
      <dgm:spPr/>
    </dgm:pt>
    <dgm:pt modelId="{3C1304A4-8B3C-46CF-8439-01E7A4695563}" type="pres">
      <dgm:prSet presAssocID="{9F7A2FF2-752F-4CE3-B541-4E8E76F87939}" presName="Name28" presStyleLbl="parChTrans1D4" presStyleIdx="11" presStyleCnt="26"/>
      <dgm:spPr/>
      <dgm:t>
        <a:bodyPr/>
        <a:lstStyle/>
        <a:p>
          <a:endParaRPr lang="ru-RU"/>
        </a:p>
      </dgm:t>
    </dgm:pt>
    <dgm:pt modelId="{5FC4A271-ED0D-44A4-8D6E-346FA292A6CC}" type="pres">
      <dgm:prSet presAssocID="{A00AE4B7-9A18-439D-AD3C-24D30CAAE9AE}" presName="hierRoot2" presStyleCnt="0">
        <dgm:presLayoutVars>
          <dgm:hierBranch val="init"/>
        </dgm:presLayoutVars>
      </dgm:prSet>
      <dgm:spPr/>
    </dgm:pt>
    <dgm:pt modelId="{400CA57C-1D66-4FC4-BC84-1FF3FF0E16E2}" type="pres">
      <dgm:prSet presAssocID="{A00AE4B7-9A18-439D-AD3C-24D30CAAE9AE}" presName="rootComposite2" presStyleCnt="0"/>
      <dgm:spPr/>
    </dgm:pt>
    <dgm:pt modelId="{67DF1C99-F390-405F-ADC2-78A2C56A727E}" type="pres">
      <dgm:prSet presAssocID="{A00AE4B7-9A18-439D-AD3C-24D30CAAE9A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7EDEF39-D164-46DB-A2CB-554254DA31DE}" type="pres">
      <dgm:prSet presAssocID="{A00AE4B7-9A18-439D-AD3C-24D30CAAE9AE}" presName="topArc2" presStyleLbl="parChTrans1D1" presStyleIdx="34" presStyleCnt="76"/>
      <dgm:spPr/>
    </dgm:pt>
    <dgm:pt modelId="{64F482E4-40C2-4811-9C12-704C23AA26C1}" type="pres">
      <dgm:prSet presAssocID="{A00AE4B7-9A18-439D-AD3C-24D30CAAE9AE}" presName="bottomArc2" presStyleLbl="parChTrans1D1" presStyleIdx="35" presStyleCnt="76"/>
      <dgm:spPr/>
    </dgm:pt>
    <dgm:pt modelId="{893E67E0-6549-4086-A841-457C3604E9B3}" type="pres">
      <dgm:prSet presAssocID="{A00AE4B7-9A18-439D-AD3C-24D30CAAE9AE}" presName="topConnNode2" presStyleLbl="node4" presStyleIdx="0" presStyleCnt="0"/>
      <dgm:spPr/>
      <dgm:t>
        <a:bodyPr/>
        <a:lstStyle/>
        <a:p>
          <a:endParaRPr lang="ru-RU"/>
        </a:p>
      </dgm:t>
    </dgm:pt>
    <dgm:pt modelId="{86DADEFC-8FB0-492E-8F58-AC7EF8D0431F}" type="pres">
      <dgm:prSet presAssocID="{A00AE4B7-9A18-439D-AD3C-24D30CAAE9AE}" presName="hierChild4" presStyleCnt="0"/>
      <dgm:spPr/>
    </dgm:pt>
    <dgm:pt modelId="{2C5368FF-6DC6-4C97-9993-2CA8A2407973}" type="pres">
      <dgm:prSet presAssocID="{A00AE4B7-9A18-439D-AD3C-24D30CAAE9AE}" presName="hierChild5" presStyleCnt="0"/>
      <dgm:spPr/>
    </dgm:pt>
    <dgm:pt modelId="{606623D1-4B4E-43F5-AF03-93D1D0EAB429}" type="pres">
      <dgm:prSet presAssocID="{00299DAA-5FCE-4F37-9CF2-A19830204E29}" presName="Name28" presStyleLbl="parChTrans1D4" presStyleIdx="12" presStyleCnt="26"/>
      <dgm:spPr/>
      <dgm:t>
        <a:bodyPr/>
        <a:lstStyle/>
        <a:p>
          <a:endParaRPr lang="ru-RU"/>
        </a:p>
      </dgm:t>
    </dgm:pt>
    <dgm:pt modelId="{3EADD4AB-D007-4FFB-9407-7759D3168119}" type="pres">
      <dgm:prSet presAssocID="{8E52D249-D1C7-486A-A0C7-6694560B7D68}" presName="hierRoot2" presStyleCnt="0">
        <dgm:presLayoutVars>
          <dgm:hierBranch val="init"/>
        </dgm:presLayoutVars>
      </dgm:prSet>
      <dgm:spPr/>
    </dgm:pt>
    <dgm:pt modelId="{784554A3-A890-492A-A4B8-CEC627F9937A}" type="pres">
      <dgm:prSet presAssocID="{8E52D249-D1C7-486A-A0C7-6694560B7D68}" presName="rootComposite2" presStyleCnt="0"/>
      <dgm:spPr/>
    </dgm:pt>
    <dgm:pt modelId="{D019331C-93B5-444B-8ADC-116821A7E762}" type="pres">
      <dgm:prSet presAssocID="{8E52D249-D1C7-486A-A0C7-6694560B7D6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4E4E527-BD5F-4D68-8D10-05EA7A7141AB}" type="pres">
      <dgm:prSet presAssocID="{8E52D249-D1C7-486A-A0C7-6694560B7D68}" presName="topArc2" presStyleLbl="parChTrans1D1" presStyleIdx="36" presStyleCnt="76"/>
      <dgm:spPr/>
    </dgm:pt>
    <dgm:pt modelId="{9564ADFC-10E7-4CD4-B134-98E8EB05F14A}" type="pres">
      <dgm:prSet presAssocID="{8E52D249-D1C7-486A-A0C7-6694560B7D68}" presName="bottomArc2" presStyleLbl="parChTrans1D1" presStyleIdx="37" presStyleCnt="76"/>
      <dgm:spPr/>
    </dgm:pt>
    <dgm:pt modelId="{364D3902-B966-48A9-898D-4DC192E30226}" type="pres">
      <dgm:prSet presAssocID="{8E52D249-D1C7-486A-A0C7-6694560B7D68}" presName="topConnNode2" presStyleLbl="node4" presStyleIdx="0" presStyleCnt="0"/>
      <dgm:spPr/>
      <dgm:t>
        <a:bodyPr/>
        <a:lstStyle/>
        <a:p>
          <a:endParaRPr lang="ru-RU"/>
        </a:p>
      </dgm:t>
    </dgm:pt>
    <dgm:pt modelId="{79A8F60B-9B24-4BA0-8916-A3924313C972}" type="pres">
      <dgm:prSet presAssocID="{8E52D249-D1C7-486A-A0C7-6694560B7D68}" presName="hierChild4" presStyleCnt="0"/>
      <dgm:spPr/>
    </dgm:pt>
    <dgm:pt modelId="{1B9BCE81-ECD4-433D-90ED-1DCFEBB38076}" type="pres">
      <dgm:prSet presAssocID="{8E52D249-D1C7-486A-A0C7-6694560B7D68}" presName="hierChild5" presStyleCnt="0"/>
      <dgm:spPr/>
    </dgm:pt>
    <dgm:pt modelId="{985FCD59-BF25-498A-AB34-DB2D808E56A7}" type="pres">
      <dgm:prSet presAssocID="{DE1393C2-4942-4F30-85E6-D2BBF7004187}" presName="hierChild5" presStyleCnt="0"/>
      <dgm:spPr/>
    </dgm:pt>
    <dgm:pt modelId="{406E2647-02CE-4857-AA5F-7B06273E442D}" type="pres">
      <dgm:prSet presAssocID="{4E16F867-8BF0-4F9B-9EDC-CC6C26004A49}" presName="Name28" presStyleLbl="parChTrans1D4" presStyleIdx="13" presStyleCnt="26"/>
      <dgm:spPr/>
      <dgm:t>
        <a:bodyPr/>
        <a:lstStyle/>
        <a:p>
          <a:endParaRPr lang="ru-RU"/>
        </a:p>
      </dgm:t>
    </dgm:pt>
    <dgm:pt modelId="{E317FAA1-A8AE-48C1-93A0-29F226B8EC68}" type="pres">
      <dgm:prSet presAssocID="{EB622FAF-783E-4AC2-A20E-FC0D800452A8}" presName="hierRoot2" presStyleCnt="0">
        <dgm:presLayoutVars>
          <dgm:hierBranch val="init"/>
        </dgm:presLayoutVars>
      </dgm:prSet>
      <dgm:spPr/>
    </dgm:pt>
    <dgm:pt modelId="{E5F49632-3906-41CE-98D2-A222700187C1}" type="pres">
      <dgm:prSet presAssocID="{EB622FAF-783E-4AC2-A20E-FC0D800452A8}" presName="rootComposite2" presStyleCnt="0"/>
      <dgm:spPr/>
    </dgm:pt>
    <dgm:pt modelId="{B54711CC-D721-4EC8-A271-ED728D54A11F}" type="pres">
      <dgm:prSet presAssocID="{EB622FAF-783E-4AC2-A20E-FC0D800452A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7AD1367-C346-49EA-8655-EDC5FAFFA5A1}" type="pres">
      <dgm:prSet presAssocID="{EB622FAF-783E-4AC2-A20E-FC0D800452A8}" presName="topArc2" presStyleLbl="parChTrans1D1" presStyleIdx="38" presStyleCnt="76"/>
      <dgm:spPr/>
    </dgm:pt>
    <dgm:pt modelId="{1B081625-17B8-4CD0-921F-8A1FD18BDF82}" type="pres">
      <dgm:prSet presAssocID="{EB622FAF-783E-4AC2-A20E-FC0D800452A8}" presName="bottomArc2" presStyleLbl="parChTrans1D1" presStyleIdx="39" presStyleCnt="76"/>
      <dgm:spPr/>
    </dgm:pt>
    <dgm:pt modelId="{CB51ABAF-9219-4E30-B129-8E00FFF13281}" type="pres">
      <dgm:prSet presAssocID="{EB622FAF-783E-4AC2-A20E-FC0D800452A8}" presName="topConnNode2" presStyleLbl="node4" presStyleIdx="0" presStyleCnt="0"/>
      <dgm:spPr/>
      <dgm:t>
        <a:bodyPr/>
        <a:lstStyle/>
        <a:p>
          <a:endParaRPr lang="ru-RU"/>
        </a:p>
      </dgm:t>
    </dgm:pt>
    <dgm:pt modelId="{0B82C7E1-331E-4697-8113-C6A6DF291872}" type="pres">
      <dgm:prSet presAssocID="{EB622FAF-783E-4AC2-A20E-FC0D800452A8}" presName="hierChild4" presStyleCnt="0"/>
      <dgm:spPr/>
    </dgm:pt>
    <dgm:pt modelId="{0AEB155C-832F-4DE0-B82C-0D2C30BC547C}" type="pres">
      <dgm:prSet presAssocID="{3FE82FF1-8AF0-4113-8963-9B3C337621A3}" presName="Name28" presStyleLbl="parChTrans1D4" presStyleIdx="14" presStyleCnt="26"/>
      <dgm:spPr/>
      <dgm:t>
        <a:bodyPr/>
        <a:lstStyle/>
        <a:p>
          <a:endParaRPr lang="ru-RU"/>
        </a:p>
      </dgm:t>
    </dgm:pt>
    <dgm:pt modelId="{3805D868-1648-4362-8D3A-D06F1FD36E68}" type="pres">
      <dgm:prSet presAssocID="{DB721D84-4F54-47FE-AE11-D0B313D82A1E}" presName="hierRoot2" presStyleCnt="0">
        <dgm:presLayoutVars>
          <dgm:hierBranch val="init"/>
        </dgm:presLayoutVars>
      </dgm:prSet>
      <dgm:spPr/>
    </dgm:pt>
    <dgm:pt modelId="{97C5F3AC-A53D-44DA-A578-AC9783FB6C7E}" type="pres">
      <dgm:prSet presAssocID="{DB721D84-4F54-47FE-AE11-D0B313D82A1E}" presName="rootComposite2" presStyleCnt="0"/>
      <dgm:spPr/>
    </dgm:pt>
    <dgm:pt modelId="{907A6E54-9E24-43DB-9654-54F00D845C76}" type="pres">
      <dgm:prSet presAssocID="{DB721D84-4F54-47FE-AE11-D0B313D82A1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AC23E9A-4257-4A7A-83A6-A22F0EA537C8}" type="pres">
      <dgm:prSet presAssocID="{DB721D84-4F54-47FE-AE11-D0B313D82A1E}" presName="topArc2" presStyleLbl="parChTrans1D1" presStyleIdx="40" presStyleCnt="76"/>
      <dgm:spPr/>
    </dgm:pt>
    <dgm:pt modelId="{E5464551-8DA1-4F72-AE78-1BD511D1594A}" type="pres">
      <dgm:prSet presAssocID="{DB721D84-4F54-47FE-AE11-D0B313D82A1E}" presName="bottomArc2" presStyleLbl="parChTrans1D1" presStyleIdx="41" presStyleCnt="76"/>
      <dgm:spPr/>
    </dgm:pt>
    <dgm:pt modelId="{1DA99238-4FC0-47E6-9835-F660A5C87FA8}" type="pres">
      <dgm:prSet presAssocID="{DB721D84-4F54-47FE-AE11-D0B313D82A1E}" presName="topConnNode2" presStyleLbl="node4" presStyleIdx="0" presStyleCnt="0"/>
      <dgm:spPr/>
      <dgm:t>
        <a:bodyPr/>
        <a:lstStyle/>
        <a:p>
          <a:endParaRPr lang="ru-RU"/>
        </a:p>
      </dgm:t>
    </dgm:pt>
    <dgm:pt modelId="{C238A7A5-2A5B-44B6-A20D-51F5C2C3271F}" type="pres">
      <dgm:prSet presAssocID="{DB721D84-4F54-47FE-AE11-D0B313D82A1E}" presName="hierChild4" presStyleCnt="0"/>
      <dgm:spPr/>
    </dgm:pt>
    <dgm:pt modelId="{DA758A43-4A5E-4595-BF91-DB8F4096120E}" type="pres">
      <dgm:prSet presAssocID="{DB721D84-4F54-47FE-AE11-D0B313D82A1E}" presName="hierChild5" presStyleCnt="0"/>
      <dgm:spPr/>
    </dgm:pt>
    <dgm:pt modelId="{231224CA-8BFC-4464-B057-0FAEC341663A}" type="pres">
      <dgm:prSet presAssocID="{47AB3363-2D7D-45D8-B82C-D994ADCCF773}" presName="Name28" presStyleLbl="parChTrans1D4" presStyleIdx="15" presStyleCnt="26"/>
      <dgm:spPr/>
      <dgm:t>
        <a:bodyPr/>
        <a:lstStyle/>
        <a:p>
          <a:endParaRPr lang="ru-RU"/>
        </a:p>
      </dgm:t>
    </dgm:pt>
    <dgm:pt modelId="{C957A0E3-836B-4FF9-96AC-72B34FE56084}" type="pres">
      <dgm:prSet presAssocID="{9949909A-3DA9-41DA-A03C-3B689E9A3462}" presName="hierRoot2" presStyleCnt="0">
        <dgm:presLayoutVars>
          <dgm:hierBranch val="init"/>
        </dgm:presLayoutVars>
      </dgm:prSet>
      <dgm:spPr/>
    </dgm:pt>
    <dgm:pt modelId="{BE41ACF0-0C61-441E-BAC3-0F04C45302BD}" type="pres">
      <dgm:prSet presAssocID="{9949909A-3DA9-41DA-A03C-3B689E9A3462}" presName="rootComposite2" presStyleCnt="0"/>
      <dgm:spPr/>
    </dgm:pt>
    <dgm:pt modelId="{90113ACD-A9A5-4CB3-8138-2BC05C406F73}" type="pres">
      <dgm:prSet presAssocID="{9949909A-3DA9-41DA-A03C-3B689E9A3462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0A6E4F1-4CFD-48E2-A6CA-16A0842DAC41}" type="pres">
      <dgm:prSet presAssocID="{9949909A-3DA9-41DA-A03C-3B689E9A3462}" presName="topArc2" presStyleLbl="parChTrans1D1" presStyleIdx="42" presStyleCnt="76"/>
      <dgm:spPr/>
    </dgm:pt>
    <dgm:pt modelId="{1992E22C-8AB6-40EF-BC0F-6EE2E03B9EB5}" type="pres">
      <dgm:prSet presAssocID="{9949909A-3DA9-41DA-A03C-3B689E9A3462}" presName="bottomArc2" presStyleLbl="parChTrans1D1" presStyleIdx="43" presStyleCnt="76"/>
      <dgm:spPr/>
    </dgm:pt>
    <dgm:pt modelId="{21E37BA8-C3C6-42E4-B63B-37FD3F844D44}" type="pres">
      <dgm:prSet presAssocID="{9949909A-3DA9-41DA-A03C-3B689E9A3462}" presName="topConnNode2" presStyleLbl="node4" presStyleIdx="0" presStyleCnt="0"/>
      <dgm:spPr/>
      <dgm:t>
        <a:bodyPr/>
        <a:lstStyle/>
        <a:p>
          <a:endParaRPr lang="ru-RU"/>
        </a:p>
      </dgm:t>
    </dgm:pt>
    <dgm:pt modelId="{C7AD59F8-0335-4B8F-B709-84603831FAB2}" type="pres">
      <dgm:prSet presAssocID="{9949909A-3DA9-41DA-A03C-3B689E9A3462}" presName="hierChild4" presStyleCnt="0"/>
      <dgm:spPr/>
    </dgm:pt>
    <dgm:pt modelId="{16EEC8E8-50A8-4525-9983-23EFCFD863BE}" type="pres">
      <dgm:prSet presAssocID="{9949909A-3DA9-41DA-A03C-3B689E9A3462}" presName="hierChild5" presStyleCnt="0"/>
      <dgm:spPr/>
    </dgm:pt>
    <dgm:pt modelId="{898090FB-E905-48FF-8668-316E3E3B1061}" type="pres">
      <dgm:prSet presAssocID="{EB622FAF-783E-4AC2-A20E-FC0D800452A8}" presName="hierChild5" presStyleCnt="0"/>
      <dgm:spPr/>
    </dgm:pt>
    <dgm:pt modelId="{31EAFF5F-731E-4E3F-8537-A2A763BD8813}" type="pres">
      <dgm:prSet presAssocID="{37D30272-F3FA-4262-9944-B7AAAACD0BFE}" presName="hierChild5" presStyleCnt="0"/>
      <dgm:spPr/>
    </dgm:pt>
    <dgm:pt modelId="{90291888-4788-499B-8534-59C072A446AC}" type="pres">
      <dgm:prSet presAssocID="{1C41296E-1AC5-4ED8-8449-DA77DB4ECFFD}" presName="Name28" presStyleLbl="parChTrans1D3" presStyleIdx="3" presStyleCnt="7"/>
      <dgm:spPr/>
      <dgm:t>
        <a:bodyPr/>
        <a:lstStyle/>
        <a:p>
          <a:endParaRPr lang="ru-RU"/>
        </a:p>
      </dgm:t>
    </dgm:pt>
    <dgm:pt modelId="{89C50884-0B6A-48FD-87FB-5A6ABB711408}" type="pres">
      <dgm:prSet presAssocID="{20022470-EA8E-4D61-9420-11FB81FCF173}" presName="hierRoot2" presStyleCnt="0">
        <dgm:presLayoutVars>
          <dgm:hierBranch val="init"/>
        </dgm:presLayoutVars>
      </dgm:prSet>
      <dgm:spPr/>
    </dgm:pt>
    <dgm:pt modelId="{2B079E1C-04D1-4E53-B19B-236DF26980F8}" type="pres">
      <dgm:prSet presAssocID="{20022470-EA8E-4D61-9420-11FB81FCF173}" presName="rootComposite2" presStyleCnt="0"/>
      <dgm:spPr/>
    </dgm:pt>
    <dgm:pt modelId="{AB1E5B48-87D7-4603-A1CA-15F0626DBD5A}" type="pres">
      <dgm:prSet presAssocID="{20022470-EA8E-4D61-9420-11FB81FCF173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B117BF1-01DF-4F05-9DC8-1D1D167F109B}" type="pres">
      <dgm:prSet presAssocID="{20022470-EA8E-4D61-9420-11FB81FCF173}" presName="topArc2" presStyleLbl="parChTrans1D1" presStyleIdx="44" presStyleCnt="76"/>
      <dgm:spPr/>
    </dgm:pt>
    <dgm:pt modelId="{B7E5F8E6-9E88-41FF-A907-CF96BF0C0DA7}" type="pres">
      <dgm:prSet presAssocID="{20022470-EA8E-4D61-9420-11FB81FCF173}" presName="bottomArc2" presStyleLbl="parChTrans1D1" presStyleIdx="45" presStyleCnt="76"/>
      <dgm:spPr/>
    </dgm:pt>
    <dgm:pt modelId="{BAC4EC4E-EA88-44FA-BD32-4B89FA44BD11}" type="pres">
      <dgm:prSet presAssocID="{20022470-EA8E-4D61-9420-11FB81FCF173}" presName="topConnNode2" presStyleLbl="node3" presStyleIdx="0" presStyleCnt="0"/>
      <dgm:spPr/>
      <dgm:t>
        <a:bodyPr/>
        <a:lstStyle/>
        <a:p>
          <a:endParaRPr lang="ru-RU"/>
        </a:p>
      </dgm:t>
    </dgm:pt>
    <dgm:pt modelId="{30CF99D5-BA84-4267-98B6-1DCDC446B538}" type="pres">
      <dgm:prSet presAssocID="{20022470-EA8E-4D61-9420-11FB81FCF173}" presName="hierChild4" presStyleCnt="0"/>
      <dgm:spPr/>
    </dgm:pt>
    <dgm:pt modelId="{64B993D9-D3BC-46EC-A234-9BFE029BA139}" type="pres">
      <dgm:prSet presAssocID="{64555582-A50D-459A-A0E5-242CA4E8D862}" presName="Name28" presStyleLbl="parChTrans1D4" presStyleIdx="16" presStyleCnt="26"/>
      <dgm:spPr/>
      <dgm:t>
        <a:bodyPr/>
        <a:lstStyle/>
        <a:p>
          <a:endParaRPr lang="ru-RU"/>
        </a:p>
      </dgm:t>
    </dgm:pt>
    <dgm:pt modelId="{68910E3F-4E72-4CF1-A426-49144B1C04A2}" type="pres">
      <dgm:prSet presAssocID="{484F8237-9774-4E49-AB60-E3C9540993ED}" presName="hierRoot2" presStyleCnt="0">
        <dgm:presLayoutVars>
          <dgm:hierBranch val="init"/>
        </dgm:presLayoutVars>
      </dgm:prSet>
      <dgm:spPr/>
    </dgm:pt>
    <dgm:pt modelId="{1B3B0232-EEFC-456F-9688-07ACADBC602B}" type="pres">
      <dgm:prSet presAssocID="{484F8237-9774-4E49-AB60-E3C9540993ED}" presName="rootComposite2" presStyleCnt="0"/>
      <dgm:spPr/>
    </dgm:pt>
    <dgm:pt modelId="{B76B13DE-EE4B-4E97-9873-AD059F9C2C83}" type="pres">
      <dgm:prSet presAssocID="{484F8237-9774-4E49-AB60-E3C9540993ED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0C5B7AB-69E3-4BBD-9494-FBD9B0FABAAD}" type="pres">
      <dgm:prSet presAssocID="{484F8237-9774-4E49-AB60-E3C9540993ED}" presName="topArc2" presStyleLbl="parChTrans1D1" presStyleIdx="46" presStyleCnt="76"/>
      <dgm:spPr/>
    </dgm:pt>
    <dgm:pt modelId="{C9DBF234-E37E-4422-9B14-36C5BBDD6F9A}" type="pres">
      <dgm:prSet presAssocID="{484F8237-9774-4E49-AB60-E3C9540993ED}" presName="bottomArc2" presStyleLbl="parChTrans1D1" presStyleIdx="47" presStyleCnt="76"/>
      <dgm:spPr/>
    </dgm:pt>
    <dgm:pt modelId="{541911F8-DCEB-4816-8302-361AC7AC647C}" type="pres">
      <dgm:prSet presAssocID="{484F8237-9774-4E49-AB60-E3C9540993ED}" presName="topConnNode2" presStyleLbl="node4" presStyleIdx="0" presStyleCnt="0"/>
      <dgm:spPr/>
      <dgm:t>
        <a:bodyPr/>
        <a:lstStyle/>
        <a:p>
          <a:endParaRPr lang="ru-RU"/>
        </a:p>
      </dgm:t>
    </dgm:pt>
    <dgm:pt modelId="{6BEA819E-6917-4609-8961-7606C6D1D005}" type="pres">
      <dgm:prSet presAssocID="{484F8237-9774-4E49-AB60-E3C9540993ED}" presName="hierChild4" presStyleCnt="0"/>
      <dgm:spPr/>
    </dgm:pt>
    <dgm:pt modelId="{446131E4-3BE6-4580-9EA6-EDEF772B837C}" type="pres">
      <dgm:prSet presAssocID="{484F8237-9774-4E49-AB60-E3C9540993ED}" presName="hierChild5" presStyleCnt="0"/>
      <dgm:spPr/>
    </dgm:pt>
    <dgm:pt modelId="{D9F707C8-49AE-4F06-9CE9-617C8EF008C6}" type="pres">
      <dgm:prSet presAssocID="{26FC0CFA-02C4-4E77-A7D3-757F4C389BB6}" presName="Name28" presStyleLbl="parChTrans1D4" presStyleIdx="17" presStyleCnt="26"/>
      <dgm:spPr/>
      <dgm:t>
        <a:bodyPr/>
        <a:lstStyle/>
        <a:p>
          <a:endParaRPr lang="ru-RU"/>
        </a:p>
      </dgm:t>
    </dgm:pt>
    <dgm:pt modelId="{2F6F7CA9-7B90-4428-9DB5-44B0B370951D}" type="pres">
      <dgm:prSet presAssocID="{2A624200-0392-49F1-A1C0-962D72978AFE}" presName="hierRoot2" presStyleCnt="0">
        <dgm:presLayoutVars>
          <dgm:hierBranch val="init"/>
        </dgm:presLayoutVars>
      </dgm:prSet>
      <dgm:spPr/>
    </dgm:pt>
    <dgm:pt modelId="{E7559F95-01C7-4DFB-B75F-05C0BFF39393}" type="pres">
      <dgm:prSet presAssocID="{2A624200-0392-49F1-A1C0-962D72978AFE}" presName="rootComposite2" presStyleCnt="0"/>
      <dgm:spPr/>
    </dgm:pt>
    <dgm:pt modelId="{0537A3E2-78A9-4ECB-80AB-2C5A16FF3045}" type="pres">
      <dgm:prSet presAssocID="{2A624200-0392-49F1-A1C0-962D72978AF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C7EF74A-1941-4905-BF91-BCB7BBE1C722}" type="pres">
      <dgm:prSet presAssocID="{2A624200-0392-49F1-A1C0-962D72978AFE}" presName="topArc2" presStyleLbl="parChTrans1D1" presStyleIdx="48" presStyleCnt="76"/>
      <dgm:spPr/>
    </dgm:pt>
    <dgm:pt modelId="{047341E8-C791-4EFE-965D-6BD926DD4724}" type="pres">
      <dgm:prSet presAssocID="{2A624200-0392-49F1-A1C0-962D72978AFE}" presName="bottomArc2" presStyleLbl="parChTrans1D1" presStyleIdx="49" presStyleCnt="76"/>
      <dgm:spPr/>
    </dgm:pt>
    <dgm:pt modelId="{47E78DD6-F31D-472C-8F81-063597D3A739}" type="pres">
      <dgm:prSet presAssocID="{2A624200-0392-49F1-A1C0-962D72978AFE}" presName="topConnNode2" presStyleLbl="node4" presStyleIdx="0" presStyleCnt="0"/>
      <dgm:spPr/>
      <dgm:t>
        <a:bodyPr/>
        <a:lstStyle/>
        <a:p>
          <a:endParaRPr lang="ru-RU"/>
        </a:p>
      </dgm:t>
    </dgm:pt>
    <dgm:pt modelId="{D4E9EF7A-8F15-43A9-A830-58FAEBA916EA}" type="pres">
      <dgm:prSet presAssocID="{2A624200-0392-49F1-A1C0-962D72978AFE}" presName="hierChild4" presStyleCnt="0"/>
      <dgm:spPr/>
    </dgm:pt>
    <dgm:pt modelId="{AEF86A00-1429-49F9-9EAE-A2DC97A5AB2B}" type="pres">
      <dgm:prSet presAssocID="{2A624200-0392-49F1-A1C0-962D72978AFE}" presName="hierChild5" presStyleCnt="0"/>
      <dgm:spPr/>
    </dgm:pt>
    <dgm:pt modelId="{92416327-3EDF-4C9A-B3C9-B0C1EF85DF62}" type="pres">
      <dgm:prSet presAssocID="{20022470-EA8E-4D61-9420-11FB81FCF173}" presName="hierChild5" presStyleCnt="0"/>
      <dgm:spPr/>
    </dgm:pt>
    <dgm:pt modelId="{3E89CB6E-D49B-4C9F-80D8-EAA0F61FF744}" type="pres">
      <dgm:prSet presAssocID="{76E7DEEC-BDC1-4182-8991-14DBD7A03199}" presName="Name28" presStyleLbl="parChTrans1D3" presStyleIdx="4" presStyleCnt="7"/>
      <dgm:spPr/>
      <dgm:t>
        <a:bodyPr/>
        <a:lstStyle/>
        <a:p>
          <a:endParaRPr lang="ru-RU"/>
        </a:p>
      </dgm:t>
    </dgm:pt>
    <dgm:pt modelId="{B20FADD0-D156-4B3B-B0F5-F2668637E476}" type="pres">
      <dgm:prSet presAssocID="{292EFB8D-59EF-4DB8-9CC0-03C36E1316CD}" presName="hierRoot2" presStyleCnt="0">
        <dgm:presLayoutVars>
          <dgm:hierBranch val="init"/>
        </dgm:presLayoutVars>
      </dgm:prSet>
      <dgm:spPr/>
    </dgm:pt>
    <dgm:pt modelId="{28D1DE8A-0BED-4450-904F-FABD62DA58EE}" type="pres">
      <dgm:prSet presAssocID="{292EFB8D-59EF-4DB8-9CC0-03C36E1316CD}" presName="rootComposite2" presStyleCnt="0"/>
      <dgm:spPr/>
    </dgm:pt>
    <dgm:pt modelId="{0705B6CF-D726-47D7-8AEF-1BE6AC823BD7}" type="pres">
      <dgm:prSet presAssocID="{292EFB8D-59EF-4DB8-9CC0-03C36E1316CD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FF07D6C-D980-4FC2-A475-AA01BA6D4C61}" type="pres">
      <dgm:prSet presAssocID="{292EFB8D-59EF-4DB8-9CC0-03C36E1316CD}" presName="topArc2" presStyleLbl="parChTrans1D1" presStyleIdx="50" presStyleCnt="76"/>
      <dgm:spPr/>
    </dgm:pt>
    <dgm:pt modelId="{CDB3EA03-38A9-49C2-9056-6ADCE4866966}" type="pres">
      <dgm:prSet presAssocID="{292EFB8D-59EF-4DB8-9CC0-03C36E1316CD}" presName="bottomArc2" presStyleLbl="parChTrans1D1" presStyleIdx="51" presStyleCnt="76"/>
      <dgm:spPr/>
    </dgm:pt>
    <dgm:pt modelId="{ACF8E76A-AE3E-435C-BBFE-D49B038DAD4C}" type="pres">
      <dgm:prSet presAssocID="{292EFB8D-59EF-4DB8-9CC0-03C36E1316CD}" presName="topConnNode2" presStyleLbl="node3" presStyleIdx="0" presStyleCnt="0"/>
      <dgm:spPr/>
      <dgm:t>
        <a:bodyPr/>
        <a:lstStyle/>
        <a:p>
          <a:endParaRPr lang="ru-RU"/>
        </a:p>
      </dgm:t>
    </dgm:pt>
    <dgm:pt modelId="{DDC97126-6844-4465-B29A-DF39C6F799D5}" type="pres">
      <dgm:prSet presAssocID="{292EFB8D-59EF-4DB8-9CC0-03C36E1316CD}" presName="hierChild4" presStyleCnt="0"/>
      <dgm:spPr/>
    </dgm:pt>
    <dgm:pt modelId="{3F8783B0-C3C0-48D7-9636-336328EB1D84}" type="pres">
      <dgm:prSet presAssocID="{7609360A-60BF-41FD-917B-E202D9685D3B}" presName="Name28" presStyleLbl="parChTrans1D4" presStyleIdx="18" presStyleCnt="26"/>
      <dgm:spPr/>
      <dgm:t>
        <a:bodyPr/>
        <a:lstStyle/>
        <a:p>
          <a:endParaRPr lang="ru-RU"/>
        </a:p>
      </dgm:t>
    </dgm:pt>
    <dgm:pt modelId="{F82DE85E-9D5D-4416-AD1D-4926F6915BCB}" type="pres">
      <dgm:prSet presAssocID="{AB657894-8145-4DC0-97B7-A9FC19650B16}" presName="hierRoot2" presStyleCnt="0">
        <dgm:presLayoutVars>
          <dgm:hierBranch val="init"/>
        </dgm:presLayoutVars>
      </dgm:prSet>
      <dgm:spPr/>
    </dgm:pt>
    <dgm:pt modelId="{FB928E4D-F346-4035-9E0D-77A26F270C96}" type="pres">
      <dgm:prSet presAssocID="{AB657894-8145-4DC0-97B7-A9FC19650B16}" presName="rootComposite2" presStyleCnt="0"/>
      <dgm:spPr/>
    </dgm:pt>
    <dgm:pt modelId="{9C7D8E12-1E85-41D8-B9D9-DB261C06A4F8}" type="pres">
      <dgm:prSet presAssocID="{AB657894-8145-4DC0-97B7-A9FC19650B16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5250613-344E-4C5D-87BD-77C6903B40EF}" type="pres">
      <dgm:prSet presAssocID="{AB657894-8145-4DC0-97B7-A9FC19650B16}" presName="topArc2" presStyleLbl="parChTrans1D1" presStyleIdx="52" presStyleCnt="76"/>
      <dgm:spPr/>
    </dgm:pt>
    <dgm:pt modelId="{1B62875B-7C70-4BD0-AD28-D783D3A5E753}" type="pres">
      <dgm:prSet presAssocID="{AB657894-8145-4DC0-97B7-A9FC19650B16}" presName="bottomArc2" presStyleLbl="parChTrans1D1" presStyleIdx="53" presStyleCnt="76"/>
      <dgm:spPr/>
    </dgm:pt>
    <dgm:pt modelId="{6BC560F4-488E-4D03-8DE3-A6CF1E2E427A}" type="pres">
      <dgm:prSet presAssocID="{AB657894-8145-4DC0-97B7-A9FC19650B16}" presName="topConnNode2" presStyleLbl="node4" presStyleIdx="0" presStyleCnt="0"/>
      <dgm:spPr/>
      <dgm:t>
        <a:bodyPr/>
        <a:lstStyle/>
        <a:p>
          <a:endParaRPr lang="ru-RU"/>
        </a:p>
      </dgm:t>
    </dgm:pt>
    <dgm:pt modelId="{ED47C4B7-2450-4667-B2FA-0F792586CB0F}" type="pres">
      <dgm:prSet presAssocID="{AB657894-8145-4DC0-97B7-A9FC19650B16}" presName="hierChild4" presStyleCnt="0"/>
      <dgm:spPr/>
    </dgm:pt>
    <dgm:pt modelId="{A4EAB128-DEE7-49C8-9BEB-4CA0E2106ABD}" type="pres">
      <dgm:prSet presAssocID="{E30EAE62-02A9-43BE-9350-588C621DED27}" presName="Name28" presStyleLbl="parChTrans1D4" presStyleIdx="19" presStyleCnt="26"/>
      <dgm:spPr/>
      <dgm:t>
        <a:bodyPr/>
        <a:lstStyle/>
        <a:p>
          <a:endParaRPr lang="ru-RU"/>
        </a:p>
      </dgm:t>
    </dgm:pt>
    <dgm:pt modelId="{F15B1189-939F-4044-8749-92D244A43A52}" type="pres">
      <dgm:prSet presAssocID="{F6B7E100-FD7D-496E-9EBB-962BDEF4911C}" presName="hierRoot2" presStyleCnt="0">
        <dgm:presLayoutVars>
          <dgm:hierBranch val="init"/>
        </dgm:presLayoutVars>
      </dgm:prSet>
      <dgm:spPr/>
    </dgm:pt>
    <dgm:pt modelId="{B45EBEE2-FF28-42CF-B157-A6A79C2DBE85}" type="pres">
      <dgm:prSet presAssocID="{F6B7E100-FD7D-496E-9EBB-962BDEF4911C}" presName="rootComposite2" presStyleCnt="0"/>
      <dgm:spPr/>
    </dgm:pt>
    <dgm:pt modelId="{4955F461-6DE1-48FB-A41D-F1BDAA8A4C47}" type="pres">
      <dgm:prSet presAssocID="{F6B7E100-FD7D-496E-9EBB-962BDEF4911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A440F43-8B49-4314-835C-8D1C146F25DC}" type="pres">
      <dgm:prSet presAssocID="{F6B7E100-FD7D-496E-9EBB-962BDEF4911C}" presName="topArc2" presStyleLbl="parChTrans1D1" presStyleIdx="54" presStyleCnt="76"/>
      <dgm:spPr/>
    </dgm:pt>
    <dgm:pt modelId="{73F174D9-A22D-4554-856A-EF4A821DC636}" type="pres">
      <dgm:prSet presAssocID="{F6B7E100-FD7D-496E-9EBB-962BDEF4911C}" presName="bottomArc2" presStyleLbl="parChTrans1D1" presStyleIdx="55" presStyleCnt="76"/>
      <dgm:spPr/>
    </dgm:pt>
    <dgm:pt modelId="{82898DCC-0ADA-45E3-B773-8B178F766D66}" type="pres">
      <dgm:prSet presAssocID="{F6B7E100-FD7D-496E-9EBB-962BDEF4911C}" presName="topConnNode2" presStyleLbl="node4" presStyleIdx="0" presStyleCnt="0"/>
      <dgm:spPr/>
      <dgm:t>
        <a:bodyPr/>
        <a:lstStyle/>
        <a:p>
          <a:endParaRPr lang="ru-RU"/>
        </a:p>
      </dgm:t>
    </dgm:pt>
    <dgm:pt modelId="{614E7A97-1570-41CA-AB19-21218398171D}" type="pres">
      <dgm:prSet presAssocID="{F6B7E100-FD7D-496E-9EBB-962BDEF4911C}" presName="hierChild4" presStyleCnt="0"/>
      <dgm:spPr/>
    </dgm:pt>
    <dgm:pt modelId="{D5425D0D-1CA3-4EFB-ABAA-AEA67B2A196F}" type="pres">
      <dgm:prSet presAssocID="{F6B7E100-FD7D-496E-9EBB-962BDEF4911C}" presName="hierChild5" presStyleCnt="0"/>
      <dgm:spPr/>
    </dgm:pt>
    <dgm:pt modelId="{BD64026D-562B-4AF7-98A6-11FB103883B2}" type="pres">
      <dgm:prSet presAssocID="{AB657894-8145-4DC0-97B7-A9FC19650B16}" presName="hierChild5" presStyleCnt="0"/>
      <dgm:spPr/>
    </dgm:pt>
    <dgm:pt modelId="{209352CB-4D8D-4537-8537-842B1CACBC71}" type="pres">
      <dgm:prSet presAssocID="{0665EE16-36BD-4109-B1A7-F745DC002456}" presName="Name28" presStyleLbl="parChTrans1D4" presStyleIdx="20" presStyleCnt="26"/>
      <dgm:spPr/>
      <dgm:t>
        <a:bodyPr/>
        <a:lstStyle/>
        <a:p>
          <a:endParaRPr lang="ru-RU"/>
        </a:p>
      </dgm:t>
    </dgm:pt>
    <dgm:pt modelId="{A751D44E-2FCE-4306-AB23-8E4508B3641F}" type="pres">
      <dgm:prSet presAssocID="{E34FAD69-4308-4577-BC40-24DA222BD18E}" presName="hierRoot2" presStyleCnt="0">
        <dgm:presLayoutVars>
          <dgm:hierBranch val="init"/>
        </dgm:presLayoutVars>
      </dgm:prSet>
      <dgm:spPr/>
    </dgm:pt>
    <dgm:pt modelId="{505855B7-3F18-41A0-B790-BC8E8502B2A2}" type="pres">
      <dgm:prSet presAssocID="{E34FAD69-4308-4577-BC40-24DA222BD18E}" presName="rootComposite2" presStyleCnt="0"/>
      <dgm:spPr/>
    </dgm:pt>
    <dgm:pt modelId="{D903DB11-8891-4B09-9F0F-22123C55B8DE}" type="pres">
      <dgm:prSet presAssocID="{E34FAD69-4308-4577-BC40-24DA222BD18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DDED317-4F2B-47F2-ACE4-D8A7EAD2E7D2}" type="pres">
      <dgm:prSet presAssocID="{E34FAD69-4308-4577-BC40-24DA222BD18E}" presName="topArc2" presStyleLbl="parChTrans1D1" presStyleIdx="56" presStyleCnt="76"/>
      <dgm:spPr/>
    </dgm:pt>
    <dgm:pt modelId="{642EF690-5AAD-404E-B0FF-AE7CABDC006C}" type="pres">
      <dgm:prSet presAssocID="{E34FAD69-4308-4577-BC40-24DA222BD18E}" presName="bottomArc2" presStyleLbl="parChTrans1D1" presStyleIdx="57" presStyleCnt="76"/>
      <dgm:spPr/>
    </dgm:pt>
    <dgm:pt modelId="{F0BF2D7F-0005-41DE-AE07-9DA5ADCA80F0}" type="pres">
      <dgm:prSet presAssocID="{E34FAD69-4308-4577-BC40-24DA222BD18E}" presName="topConnNode2" presStyleLbl="node4" presStyleIdx="0" presStyleCnt="0"/>
      <dgm:spPr/>
      <dgm:t>
        <a:bodyPr/>
        <a:lstStyle/>
        <a:p>
          <a:endParaRPr lang="ru-RU"/>
        </a:p>
      </dgm:t>
    </dgm:pt>
    <dgm:pt modelId="{666FF15F-B6D4-4D30-A41C-D8B1B3F731EB}" type="pres">
      <dgm:prSet presAssocID="{E34FAD69-4308-4577-BC40-24DA222BD18E}" presName="hierChild4" presStyleCnt="0"/>
      <dgm:spPr/>
    </dgm:pt>
    <dgm:pt modelId="{DE3B530F-FA8A-47A4-A56E-4D29F8168EA2}" type="pres">
      <dgm:prSet presAssocID="{E34FAD69-4308-4577-BC40-24DA222BD18E}" presName="hierChild5" presStyleCnt="0"/>
      <dgm:spPr/>
    </dgm:pt>
    <dgm:pt modelId="{C6AE689A-E477-41B1-A095-A633A785B339}" type="pres">
      <dgm:prSet presAssocID="{292EFB8D-59EF-4DB8-9CC0-03C36E1316CD}" presName="hierChild5" presStyleCnt="0"/>
      <dgm:spPr/>
    </dgm:pt>
    <dgm:pt modelId="{B351F94A-65EC-4893-B958-5FDA041CB226}" type="pres">
      <dgm:prSet presAssocID="{9227859F-BE00-474D-B683-A3DF21E6A891}" presName="Name28" presStyleLbl="parChTrans1D3" presStyleIdx="5" presStyleCnt="7"/>
      <dgm:spPr/>
      <dgm:t>
        <a:bodyPr/>
        <a:lstStyle/>
        <a:p>
          <a:endParaRPr lang="ru-RU"/>
        </a:p>
      </dgm:t>
    </dgm:pt>
    <dgm:pt modelId="{EC5AB668-9584-4628-92F7-6530E340144A}" type="pres">
      <dgm:prSet presAssocID="{4037741A-EE4A-4990-A13F-C761BAA6163B}" presName="hierRoot2" presStyleCnt="0">
        <dgm:presLayoutVars>
          <dgm:hierBranch val="init"/>
        </dgm:presLayoutVars>
      </dgm:prSet>
      <dgm:spPr/>
    </dgm:pt>
    <dgm:pt modelId="{9087ACB5-8F0F-4427-9C13-5A9E8B19792D}" type="pres">
      <dgm:prSet presAssocID="{4037741A-EE4A-4990-A13F-C761BAA6163B}" presName="rootComposite2" presStyleCnt="0"/>
      <dgm:spPr/>
    </dgm:pt>
    <dgm:pt modelId="{4B28D8FA-7D74-4C08-B99B-D6DFD1C5818D}" type="pres">
      <dgm:prSet presAssocID="{4037741A-EE4A-4990-A13F-C761BAA6163B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3990ABC-63CF-498E-851F-9E548544C936}" type="pres">
      <dgm:prSet presAssocID="{4037741A-EE4A-4990-A13F-C761BAA6163B}" presName="topArc2" presStyleLbl="parChTrans1D1" presStyleIdx="58" presStyleCnt="76"/>
      <dgm:spPr/>
    </dgm:pt>
    <dgm:pt modelId="{6B38CA5E-CC4F-4B02-81DF-04DADF532FF6}" type="pres">
      <dgm:prSet presAssocID="{4037741A-EE4A-4990-A13F-C761BAA6163B}" presName="bottomArc2" presStyleLbl="parChTrans1D1" presStyleIdx="59" presStyleCnt="76"/>
      <dgm:spPr/>
    </dgm:pt>
    <dgm:pt modelId="{73BF4F77-FECC-4705-B771-448656827ED7}" type="pres">
      <dgm:prSet presAssocID="{4037741A-EE4A-4990-A13F-C761BAA6163B}" presName="topConnNode2" presStyleLbl="node3" presStyleIdx="0" presStyleCnt="0"/>
      <dgm:spPr/>
      <dgm:t>
        <a:bodyPr/>
        <a:lstStyle/>
        <a:p>
          <a:endParaRPr lang="ru-RU"/>
        </a:p>
      </dgm:t>
    </dgm:pt>
    <dgm:pt modelId="{CA465A46-509C-4839-BB89-D63BF66FD044}" type="pres">
      <dgm:prSet presAssocID="{4037741A-EE4A-4990-A13F-C761BAA6163B}" presName="hierChild4" presStyleCnt="0"/>
      <dgm:spPr/>
    </dgm:pt>
    <dgm:pt modelId="{3B7453C0-B0E9-4F20-88D7-EB08DA381FA7}" type="pres">
      <dgm:prSet presAssocID="{4037741A-EE4A-4990-A13F-C761BAA6163B}" presName="hierChild5" presStyleCnt="0"/>
      <dgm:spPr/>
    </dgm:pt>
    <dgm:pt modelId="{EBA79AC4-D5CB-4BC7-BE8D-21CEFC9A93CE}" type="pres">
      <dgm:prSet presAssocID="{09088898-E1E7-4B2C-B5D2-C3BF5CD1EAFE}" presName="Name28" presStyleLbl="parChTrans1D3" presStyleIdx="6" presStyleCnt="7"/>
      <dgm:spPr/>
      <dgm:t>
        <a:bodyPr/>
        <a:lstStyle/>
        <a:p>
          <a:endParaRPr lang="ru-RU"/>
        </a:p>
      </dgm:t>
    </dgm:pt>
    <dgm:pt modelId="{5D5B1004-D0BD-4926-B720-37F608969F7E}" type="pres">
      <dgm:prSet presAssocID="{D2FB2843-E5BD-47E3-9FA7-023CBB62D90F}" presName="hierRoot2" presStyleCnt="0">
        <dgm:presLayoutVars>
          <dgm:hierBranch val="init"/>
        </dgm:presLayoutVars>
      </dgm:prSet>
      <dgm:spPr/>
    </dgm:pt>
    <dgm:pt modelId="{1199FC0F-20A0-47AF-8404-3C66CD09B4F2}" type="pres">
      <dgm:prSet presAssocID="{D2FB2843-E5BD-47E3-9FA7-023CBB62D90F}" presName="rootComposite2" presStyleCnt="0"/>
      <dgm:spPr/>
    </dgm:pt>
    <dgm:pt modelId="{9BC0A0A8-5471-448D-A6C2-0DBE58ECE2C3}" type="pres">
      <dgm:prSet presAssocID="{D2FB2843-E5BD-47E3-9FA7-023CBB62D90F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905A4CF-0F55-43AF-9964-1D0CE3DA203B}" type="pres">
      <dgm:prSet presAssocID="{D2FB2843-E5BD-47E3-9FA7-023CBB62D90F}" presName="topArc2" presStyleLbl="parChTrans1D1" presStyleIdx="60" presStyleCnt="76"/>
      <dgm:spPr/>
    </dgm:pt>
    <dgm:pt modelId="{2D7F48C8-E109-4B2E-88C7-65C5E824A113}" type="pres">
      <dgm:prSet presAssocID="{D2FB2843-E5BD-47E3-9FA7-023CBB62D90F}" presName="bottomArc2" presStyleLbl="parChTrans1D1" presStyleIdx="61" presStyleCnt="76"/>
      <dgm:spPr/>
    </dgm:pt>
    <dgm:pt modelId="{6EF0C2EE-938F-4B58-BB17-F983BC994194}" type="pres">
      <dgm:prSet presAssocID="{D2FB2843-E5BD-47E3-9FA7-023CBB62D90F}" presName="topConnNode2" presStyleLbl="node3" presStyleIdx="0" presStyleCnt="0"/>
      <dgm:spPr/>
      <dgm:t>
        <a:bodyPr/>
        <a:lstStyle/>
        <a:p>
          <a:endParaRPr lang="ru-RU"/>
        </a:p>
      </dgm:t>
    </dgm:pt>
    <dgm:pt modelId="{5A96BBF7-6594-4498-8E92-27139767A183}" type="pres">
      <dgm:prSet presAssocID="{D2FB2843-E5BD-47E3-9FA7-023CBB62D90F}" presName="hierChild4" presStyleCnt="0"/>
      <dgm:spPr/>
    </dgm:pt>
    <dgm:pt modelId="{260DA344-27AF-4C22-9887-69FC7DC67CD2}" type="pres">
      <dgm:prSet presAssocID="{9D62D756-9F60-4642-81EC-D4723CC63E7F}" presName="Name28" presStyleLbl="parChTrans1D4" presStyleIdx="21" presStyleCnt="26"/>
      <dgm:spPr/>
      <dgm:t>
        <a:bodyPr/>
        <a:lstStyle/>
        <a:p>
          <a:endParaRPr lang="ru-RU"/>
        </a:p>
      </dgm:t>
    </dgm:pt>
    <dgm:pt modelId="{685CEEDC-0A3E-457C-80C5-9EE7C714558E}" type="pres">
      <dgm:prSet presAssocID="{340C3455-55CA-4B7F-9261-883E93C206AC}" presName="hierRoot2" presStyleCnt="0">
        <dgm:presLayoutVars>
          <dgm:hierBranch val="init"/>
        </dgm:presLayoutVars>
      </dgm:prSet>
      <dgm:spPr/>
    </dgm:pt>
    <dgm:pt modelId="{2A961614-2C03-46B4-9E34-816055E352C8}" type="pres">
      <dgm:prSet presAssocID="{340C3455-55CA-4B7F-9261-883E93C206AC}" presName="rootComposite2" presStyleCnt="0"/>
      <dgm:spPr/>
    </dgm:pt>
    <dgm:pt modelId="{112DC41E-0830-4244-99E1-4380E457E2C8}" type="pres">
      <dgm:prSet presAssocID="{340C3455-55CA-4B7F-9261-883E93C206A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E60B362-D9DF-4158-912E-B9AD0BE597FD}" type="pres">
      <dgm:prSet presAssocID="{340C3455-55CA-4B7F-9261-883E93C206AC}" presName="topArc2" presStyleLbl="parChTrans1D1" presStyleIdx="62" presStyleCnt="76"/>
      <dgm:spPr/>
    </dgm:pt>
    <dgm:pt modelId="{2B34BBFA-FEE1-4A59-8554-FA6859CFE1DD}" type="pres">
      <dgm:prSet presAssocID="{340C3455-55CA-4B7F-9261-883E93C206AC}" presName="bottomArc2" presStyleLbl="parChTrans1D1" presStyleIdx="63" presStyleCnt="76"/>
      <dgm:spPr/>
    </dgm:pt>
    <dgm:pt modelId="{369CD375-D03C-47EE-8B29-AE6B1FBB6878}" type="pres">
      <dgm:prSet presAssocID="{340C3455-55CA-4B7F-9261-883E93C206AC}" presName="topConnNode2" presStyleLbl="node4" presStyleIdx="0" presStyleCnt="0"/>
      <dgm:spPr/>
      <dgm:t>
        <a:bodyPr/>
        <a:lstStyle/>
        <a:p>
          <a:endParaRPr lang="ru-RU"/>
        </a:p>
      </dgm:t>
    </dgm:pt>
    <dgm:pt modelId="{CE4FC271-6B23-429B-8448-E5D733F047CE}" type="pres">
      <dgm:prSet presAssocID="{340C3455-55CA-4B7F-9261-883E93C206AC}" presName="hierChild4" presStyleCnt="0"/>
      <dgm:spPr/>
    </dgm:pt>
    <dgm:pt modelId="{33369763-DD69-4181-B805-11CA3AC1AF4D}" type="pres">
      <dgm:prSet presAssocID="{340C3455-55CA-4B7F-9261-883E93C206AC}" presName="hierChild5" presStyleCnt="0"/>
      <dgm:spPr/>
    </dgm:pt>
    <dgm:pt modelId="{DE221A5E-3EA4-410F-B748-9887B5B686FE}" type="pres">
      <dgm:prSet presAssocID="{24812162-8607-4FC7-90ED-77C1859E92BB}" presName="Name28" presStyleLbl="parChTrans1D4" presStyleIdx="22" presStyleCnt="26"/>
      <dgm:spPr/>
      <dgm:t>
        <a:bodyPr/>
        <a:lstStyle/>
        <a:p>
          <a:endParaRPr lang="ru-RU"/>
        </a:p>
      </dgm:t>
    </dgm:pt>
    <dgm:pt modelId="{9B0F65BD-CECA-40FB-B22A-542F15DB2D46}" type="pres">
      <dgm:prSet presAssocID="{946FE5A1-A7D0-4F74-9BA2-15C751C27FCD}" presName="hierRoot2" presStyleCnt="0">
        <dgm:presLayoutVars>
          <dgm:hierBranch val="init"/>
        </dgm:presLayoutVars>
      </dgm:prSet>
      <dgm:spPr/>
    </dgm:pt>
    <dgm:pt modelId="{104249E5-69B3-4680-AF2E-76DB3120AE4F}" type="pres">
      <dgm:prSet presAssocID="{946FE5A1-A7D0-4F74-9BA2-15C751C27FCD}" presName="rootComposite2" presStyleCnt="0"/>
      <dgm:spPr/>
    </dgm:pt>
    <dgm:pt modelId="{FEFE2A1F-B4B5-4939-ABE3-A6627E9130FD}" type="pres">
      <dgm:prSet presAssocID="{946FE5A1-A7D0-4F74-9BA2-15C751C27FCD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9F439F2-D4BA-451D-8FA8-061625189FEB}" type="pres">
      <dgm:prSet presAssocID="{946FE5A1-A7D0-4F74-9BA2-15C751C27FCD}" presName="topArc2" presStyleLbl="parChTrans1D1" presStyleIdx="64" presStyleCnt="76"/>
      <dgm:spPr/>
    </dgm:pt>
    <dgm:pt modelId="{4DFA1EC2-BF94-4A7F-9787-54C0D4C4850A}" type="pres">
      <dgm:prSet presAssocID="{946FE5A1-A7D0-4F74-9BA2-15C751C27FCD}" presName="bottomArc2" presStyleLbl="parChTrans1D1" presStyleIdx="65" presStyleCnt="76"/>
      <dgm:spPr/>
    </dgm:pt>
    <dgm:pt modelId="{F20EFE2E-0C32-4052-B83A-FE98EE9118D5}" type="pres">
      <dgm:prSet presAssocID="{946FE5A1-A7D0-4F74-9BA2-15C751C27FCD}" presName="topConnNode2" presStyleLbl="node4" presStyleIdx="0" presStyleCnt="0"/>
      <dgm:spPr/>
      <dgm:t>
        <a:bodyPr/>
        <a:lstStyle/>
        <a:p>
          <a:endParaRPr lang="ru-RU"/>
        </a:p>
      </dgm:t>
    </dgm:pt>
    <dgm:pt modelId="{DFEFA1D2-C1FC-42FA-9C20-7B38FCE900D2}" type="pres">
      <dgm:prSet presAssocID="{946FE5A1-A7D0-4F74-9BA2-15C751C27FCD}" presName="hierChild4" presStyleCnt="0"/>
      <dgm:spPr/>
    </dgm:pt>
    <dgm:pt modelId="{DA326C1C-CBB8-4F20-8871-A02063AB2D20}" type="pres">
      <dgm:prSet presAssocID="{946FE5A1-A7D0-4F74-9BA2-15C751C27FCD}" presName="hierChild5" presStyleCnt="0"/>
      <dgm:spPr/>
    </dgm:pt>
    <dgm:pt modelId="{7F858FEE-F65D-427A-BEF4-E117C441BE86}" type="pres">
      <dgm:prSet presAssocID="{B7091B80-CE74-4935-A3FC-39B753516A71}" presName="Name28" presStyleLbl="parChTrans1D4" presStyleIdx="23" presStyleCnt="26"/>
      <dgm:spPr/>
      <dgm:t>
        <a:bodyPr/>
        <a:lstStyle/>
        <a:p>
          <a:endParaRPr lang="ru-RU"/>
        </a:p>
      </dgm:t>
    </dgm:pt>
    <dgm:pt modelId="{902805C5-5890-428B-9638-3FCCA8718640}" type="pres">
      <dgm:prSet presAssocID="{BF00AA82-D50B-411A-89D4-FCB06F829419}" presName="hierRoot2" presStyleCnt="0">
        <dgm:presLayoutVars>
          <dgm:hierBranch val="init"/>
        </dgm:presLayoutVars>
      </dgm:prSet>
      <dgm:spPr/>
    </dgm:pt>
    <dgm:pt modelId="{94ACCD00-9AD8-49B5-BC91-7386E74DD932}" type="pres">
      <dgm:prSet presAssocID="{BF00AA82-D50B-411A-89D4-FCB06F829419}" presName="rootComposite2" presStyleCnt="0"/>
      <dgm:spPr/>
    </dgm:pt>
    <dgm:pt modelId="{401146C6-47A1-4368-B4BA-671E7460B9A2}" type="pres">
      <dgm:prSet presAssocID="{BF00AA82-D50B-411A-89D4-FCB06F829419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6FCF31D-7BAF-424D-8CE9-7F433C481E07}" type="pres">
      <dgm:prSet presAssocID="{BF00AA82-D50B-411A-89D4-FCB06F829419}" presName="topArc2" presStyleLbl="parChTrans1D1" presStyleIdx="66" presStyleCnt="76"/>
      <dgm:spPr/>
    </dgm:pt>
    <dgm:pt modelId="{5F1462BB-94AC-43C8-A2FF-6B6E513CDD98}" type="pres">
      <dgm:prSet presAssocID="{BF00AA82-D50B-411A-89D4-FCB06F829419}" presName="bottomArc2" presStyleLbl="parChTrans1D1" presStyleIdx="67" presStyleCnt="76"/>
      <dgm:spPr/>
    </dgm:pt>
    <dgm:pt modelId="{EB7A84C9-FB36-4762-992F-7891BA34D6BD}" type="pres">
      <dgm:prSet presAssocID="{BF00AA82-D50B-411A-89D4-FCB06F829419}" presName="topConnNode2" presStyleLbl="node4" presStyleIdx="0" presStyleCnt="0"/>
      <dgm:spPr/>
      <dgm:t>
        <a:bodyPr/>
        <a:lstStyle/>
        <a:p>
          <a:endParaRPr lang="ru-RU"/>
        </a:p>
      </dgm:t>
    </dgm:pt>
    <dgm:pt modelId="{55D7A18D-851C-4C6E-A137-B56314C78261}" type="pres">
      <dgm:prSet presAssocID="{BF00AA82-D50B-411A-89D4-FCB06F829419}" presName="hierChild4" presStyleCnt="0"/>
      <dgm:spPr/>
    </dgm:pt>
    <dgm:pt modelId="{04A25273-FA0B-4982-B558-40C12652C054}" type="pres">
      <dgm:prSet presAssocID="{BF00AA82-D50B-411A-89D4-FCB06F829419}" presName="hierChild5" presStyleCnt="0"/>
      <dgm:spPr/>
    </dgm:pt>
    <dgm:pt modelId="{D9DF2DEF-A198-4D26-B185-0F3E225613BA}" type="pres">
      <dgm:prSet presAssocID="{C0C58889-C49E-4270-A76D-7C3E11C1DE68}" presName="Name28" presStyleLbl="parChTrans1D4" presStyleIdx="24" presStyleCnt="26"/>
      <dgm:spPr/>
      <dgm:t>
        <a:bodyPr/>
        <a:lstStyle/>
        <a:p>
          <a:endParaRPr lang="ru-RU"/>
        </a:p>
      </dgm:t>
    </dgm:pt>
    <dgm:pt modelId="{16106752-6A4F-474E-95BD-4CC97A4B1F3A}" type="pres">
      <dgm:prSet presAssocID="{C6E47E9A-FD78-46D0-AFE9-830549A31218}" presName="hierRoot2" presStyleCnt="0">
        <dgm:presLayoutVars>
          <dgm:hierBranch val="init"/>
        </dgm:presLayoutVars>
      </dgm:prSet>
      <dgm:spPr/>
    </dgm:pt>
    <dgm:pt modelId="{38BE9C40-111D-4126-8610-AC6A9AC5077F}" type="pres">
      <dgm:prSet presAssocID="{C6E47E9A-FD78-46D0-AFE9-830549A31218}" presName="rootComposite2" presStyleCnt="0"/>
      <dgm:spPr/>
    </dgm:pt>
    <dgm:pt modelId="{74134009-8C23-4857-BAFE-D34F0CEE2BBA}" type="pres">
      <dgm:prSet presAssocID="{C6E47E9A-FD78-46D0-AFE9-830549A3121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29CE352-49F9-4794-99CC-B4D97C280E46}" type="pres">
      <dgm:prSet presAssocID="{C6E47E9A-FD78-46D0-AFE9-830549A31218}" presName="topArc2" presStyleLbl="parChTrans1D1" presStyleIdx="68" presStyleCnt="76"/>
      <dgm:spPr/>
    </dgm:pt>
    <dgm:pt modelId="{F33BCF7B-A1D1-4642-A1F4-07FFFB6224C1}" type="pres">
      <dgm:prSet presAssocID="{C6E47E9A-FD78-46D0-AFE9-830549A31218}" presName="bottomArc2" presStyleLbl="parChTrans1D1" presStyleIdx="69" presStyleCnt="76"/>
      <dgm:spPr/>
    </dgm:pt>
    <dgm:pt modelId="{4B46297D-6806-43A3-9077-F03EA9F2638C}" type="pres">
      <dgm:prSet presAssocID="{C6E47E9A-FD78-46D0-AFE9-830549A31218}" presName="topConnNode2" presStyleLbl="node4" presStyleIdx="0" presStyleCnt="0"/>
      <dgm:spPr/>
      <dgm:t>
        <a:bodyPr/>
        <a:lstStyle/>
        <a:p>
          <a:endParaRPr lang="ru-RU"/>
        </a:p>
      </dgm:t>
    </dgm:pt>
    <dgm:pt modelId="{18983405-DB9C-4FA6-A431-47078C00C8D2}" type="pres">
      <dgm:prSet presAssocID="{C6E47E9A-FD78-46D0-AFE9-830549A31218}" presName="hierChild4" presStyleCnt="0"/>
      <dgm:spPr/>
    </dgm:pt>
    <dgm:pt modelId="{DD0A4DD5-D633-42D4-83B3-9A14BFBFA17D}" type="pres">
      <dgm:prSet presAssocID="{C6E47E9A-FD78-46D0-AFE9-830549A31218}" presName="hierChild5" presStyleCnt="0"/>
      <dgm:spPr/>
    </dgm:pt>
    <dgm:pt modelId="{FFAF8786-F32A-4CF8-8979-330B2EE12969}" type="pres">
      <dgm:prSet presAssocID="{27BEA1CF-7D8E-4BBA-91B8-0B0704A701BA}" presName="Name28" presStyleLbl="parChTrans1D4" presStyleIdx="25" presStyleCnt="26"/>
      <dgm:spPr/>
      <dgm:t>
        <a:bodyPr/>
        <a:lstStyle/>
        <a:p>
          <a:endParaRPr lang="ru-RU"/>
        </a:p>
      </dgm:t>
    </dgm:pt>
    <dgm:pt modelId="{1485F1AE-6F65-4679-9A85-B1893B75E624}" type="pres">
      <dgm:prSet presAssocID="{48CE0783-2466-47F2-A842-F4E9804DB1F6}" presName="hierRoot2" presStyleCnt="0">
        <dgm:presLayoutVars>
          <dgm:hierBranch val="init"/>
        </dgm:presLayoutVars>
      </dgm:prSet>
      <dgm:spPr/>
    </dgm:pt>
    <dgm:pt modelId="{2D2A6BD8-5174-4DDB-B660-8FC319F1EA27}" type="pres">
      <dgm:prSet presAssocID="{48CE0783-2466-47F2-A842-F4E9804DB1F6}" presName="rootComposite2" presStyleCnt="0"/>
      <dgm:spPr/>
    </dgm:pt>
    <dgm:pt modelId="{E017D077-6C1B-400B-82C7-484EED7358D5}" type="pres">
      <dgm:prSet presAssocID="{48CE0783-2466-47F2-A842-F4E9804DB1F6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E539950-CA52-4583-BABA-BF9FA56A435C}" type="pres">
      <dgm:prSet presAssocID="{48CE0783-2466-47F2-A842-F4E9804DB1F6}" presName="topArc2" presStyleLbl="parChTrans1D1" presStyleIdx="70" presStyleCnt="76"/>
      <dgm:spPr/>
    </dgm:pt>
    <dgm:pt modelId="{E24308CE-BEF6-4FB7-A529-8B73DD50ACB0}" type="pres">
      <dgm:prSet presAssocID="{48CE0783-2466-47F2-A842-F4E9804DB1F6}" presName="bottomArc2" presStyleLbl="parChTrans1D1" presStyleIdx="71" presStyleCnt="76"/>
      <dgm:spPr/>
    </dgm:pt>
    <dgm:pt modelId="{AB56497D-C8BA-49BA-825A-4981C7337E54}" type="pres">
      <dgm:prSet presAssocID="{48CE0783-2466-47F2-A842-F4E9804DB1F6}" presName="topConnNode2" presStyleLbl="node4" presStyleIdx="0" presStyleCnt="0"/>
      <dgm:spPr/>
      <dgm:t>
        <a:bodyPr/>
        <a:lstStyle/>
        <a:p>
          <a:endParaRPr lang="ru-RU"/>
        </a:p>
      </dgm:t>
    </dgm:pt>
    <dgm:pt modelId="{34DAC71B-8B3A-4253-B785-C009B59D48B8}" type="pres">
      <dgm:prSet presAssocID="{48CE0783-2466-47F2-A842-F4E9804DB1F6}" presName="hierChild4" presStyleCnt="0"/>
      <dgm:spPr/>
    </dgm:pt>
    <dgm:pt modelId="{DBBAC58B-A1BB-4AC5-BBC1-832F9E88A593}" type="pres">
      <dgm:prSet presAssocID="{48CE0783-2466-47F2-A842-F4E9804DB1F6}" presName="hierChild5" presStyleCnt="0"/>
      <dgm:spPr/>
    </dgm:pt>
    <dgm:pt modelId="{F69D9C86-EC8E-4BE6-9115-ECDB5A05A87B}" type="pres">
      <dgm:prSet presAssocID="{D2FB2843-E5BD-47E3-9FA7-023CBB62D90F}" presName="hierChild5" presStyleCnt="0"/>
      <dgm:spPr/>
    </dgm:pt>
    <dgm:pt modelId="{05E8B967-97F8-4CC0-A247-E6EEE66BB8FF}" type="pres">
      <dgm:prSet presAssocID="{2F18F45F-FB62-4279-B99C-EDF71112766B}" presName="hierChild5" presStyleCnt="0"/>
      <dgm:spPr/>
    </dgm:pt>
    <dgm:pt modelId="{D4D8B44B-1865-4AB3-BF6B-A71A52D973E8}" type="pres">
      <dgm:prSet presAssocID="{FB91CD09-9A22-4EF7-83B9-93CAF6F9D47B}" presName="Name28" presStyleLbl="parChTrans1D2" presStyleIdx="1" presStyleCnt="3"/>
      <dgm:spPr/>
      <dgm:t>
        <a:bodyPr/>
        <a:lstStyle/>
        <a:p>
          <a:endParaRPr lang="ru-RU"/>
        </a:p>
      </dgm:t>
    </dgm:pt>
    <dgm:pt modelId="{76B82864-AB86-487A-88D3-35580BDFEDD9}" type="pres">
      <dgm:prSet presAssocID="{64CFC552-3AD6-4E83-B5E2-A02416525348}" presName="hierRoot2" presStyleCnt="0">
        <dgm:presLayoutVars>
          <dgm:hierBranch val="init"/>
        </dgm:presLayoutVars>
      </dgm:prSet>
      <dgm:spPr/>
    </dgm:pt>
    <dgm:pt modelId="{9BC1D3A6-E50E-4885-BC9F-C7082FA77379}" type="pres">
      <dgm:prSet presAssocID="{64CFC552-3AD6-4E83-B5E2-A02416525348}" presName="rootComposite2" presStyleCnt="0"/>
      <dgm:spPr/>
    </dgm:pt>
    <dgm:pt modelId="{3BF5E3C3-2F7F-4A51-9932-6C7ECD390478}" type="pres">
      <dgm:prSet presAssocID="{64CFC552-3AD6-4E83-B5E2-A0241652534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E257B3B-1B16-447C-B17D-D1BDE5D62B23}" type="pres">
      <dgm:prSet presAssocID="{64CFC552-3AD6-4E83-B5E2-A02416525348}" presName="topArc2" presStyleLbl="parChTrans1D1" presStyleIdx="72" presStyleCnt="76"/>
      <dgm:spPr/>
    </dgm:pt>
    <dgm:pt modelId="{FD8BB696-8068-4E5C-BD2C-CED1790FE183}" type="pres">
      <dgm:prSet presAssocID="{64CFC552-3AD6-4E83-B5E2-A02416525348}" presName="bottomArc2" presStyleLbl="parChTrans1D1" presStyleIdx="73" presStyleCnt="76"/>
      <dgm:spPr/>
    </dgm:pt>
    <dgm:pt modelId="{8DB3D3FB-8D4D-4765-93CC-A79BC1F7D5F7}" type="pres">
      <dgm:prSet presAssocID="{64CFC552-3AD6-4E83-B5E2-A02416525348}" presName="topConnNode2" presStyleLbl="node2" presStyleIdx="0" presStyleCnt="0"/>
      <dgm:spPr/>
      <dgm:t>
        <a:bodyPr/>
        <a:lstStyle/>
        <a:p>
          <a:endParaRPr lang="ru-RU"/>
        </a:p>
      </dgm:t>
    </dgm:pt>
    <dgm:pt modelId="{DE8276D5-4424-401C-822D-46E46FD4CD21}" type="pres">
      <dgm:prSet presAssocID="{64CFC552-3AD6-4E83-B5E2-A02416525348}" presName="hierChild4" presStyleCnt="0"/>
      <dgm:spPr/>
    </dgm:pt>
    <dgm:pt modelId="{5B7DF4DC-E132-482A-9C2F-AF502F0E2012}" type="pres">
      <dgm:prSet presAssocID="{64CFC552-3AD6-4E83-B5E2-A02416525348}" presName="hierChild5" presStyleCnt="0"/>
      <dgm:spPr/>
    </dgm:pt>
    <dgm:pt modelId="{90CBE85E-76D9-4508-B34F-E19D0B5D6931}" type="pres">
      <dgm:prSet presAssocID="{DFC191BE-C79D-42A2-8DD5-41EA7FCF1C51}" presName="Name28" presStyleLbl="parChTrans1D2" presStyleIdx="2" presStyleCnt="3"/>
      <dgm:spPr/>
      <dgm:t>
        <a:bodyPr/>
        <a:lstStyle/>
        <a:p>
          <a:endParaRPr lang="ru-RU"/>
        </a:p>
      </dgm:t>
    </dgm:pt>
    <dgm:pt modelId="{DABA7A63-AE9E-439C-B4CA-13F5B6488A34}" type="pres">
      <dgm:prSet presAssocID="{D81A1D51-D291-437F-A707-F7C2DEDFF3E8}" presName="hierRoot2" presStyleCnt="0">
        <dgm:presLayoutVars>
          <dgm:hierBranch val="init"/>
        </dgm:presLayoutVars>
      </dgm:prSet>
      <dgm:spPr/>
    </dgm:pt>
    <dgm:pt modelId="{0CEF2115-985E-4B7B-B5FA-B73AB18DED78}" type="pres">
      <dgm:prSet presAssocID="{D81A1D51-D291-437F-A707-F7C2DEDFF3E8}" presName="rootComposite2" presStyleCnt="0"/>
      <dgm:spPr/>
    </dgm:pt>
    <dgm:pt modelId="{04FC852C-B5C1-4A22-8717-165904F18A3F}" type="pres">
      <dgm:prSet presAssocID="{D81A1D51-D291-437F-A707-F7C2DEDFF3E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877DF5A-5BE0-49C9-BADC-B55FB5E4CC5C}" type="pres">
      <dgm:prSet presAssocID="{D81A1D51-D291-437F-A707-F7C2DEDFF3E8}" presName="topArc2" presStyleLbl="parChTrans1D1" presStyleIdx="74" presStyleCnt="76"/>
      <dgm:spPr/>
    </dgm:pt>
    <dgm:pt modelId="{444474D4-9D0E-4F31-ACEF-400D3F710DF6}" type="pres">
      <dgm:prSet presAssocID="{D81A1D51-D291-437F-A707-F7C2DEDFF3E8}" presName="bottomArc2" presStyleLbl="parChTrans1D1" presStyleIdx="75" presStyleCnt="76"/>
      <dgm:spPr/>
    </dgm:pt>
    <dgm:pt modelId="{8854C0C3-C863-4277-961C-2592C874816A}" type="pres">
      <dgm:prSet presAssocID="{D81A1D51-D291-437F-A707-F7C2DEDFF3E8}" presName="topConnNode2" presStyleLbl="node2" presStyleIdx="0" presStyleCnt="0"/>
      <dgm:spPr/>
      <dgm:t>
        <a:bodyPr/>
        <a:lstStyle/>
        <a:p>
          <a:endParaRPr lang="ru-RU"/>
        </a:p>
      </dgm:t>
    </dgm:pt>
    <dgm:pt modelId="{729370EF-B43B-454C-AD50-D23B46D636A9}" type="pres">
      <dgm:prSet presAssocID="{D81A1D51-D291-437F-A707-F7C2DEDFF3E8}" presName="hierChild4" presStyleCnt="0"/>
      <dgm:spPr/>
    </dgm:pt>
    <dgm:pt modelId="{414E16AC-C612-4407-BA8A-0BAA5A6B5D73}" type="pres">
      <dgm:prSet presAssocID="{D81A1D51-D291-437F-A707-F7C2DEDFF3E8}" presName="hierChild5" presStyleCnt="0"/>
      <dgm:spPr/>
    </dgm:pt>
    <dgm:pt modelId="{AED5A85F-7631-4CE0-873B-7FCA32879CC2}" type="pres">
      <dgm:prSet presAssocID="{70917D93-A183-47D2-AA07-4D1F4E5992AC}" presName="hierChild3" presStyleCnt="0"/>
      <dgm:spPr/>
    </dgm:pt>
  </dgm:ptLst>
  <dgm:cxnLst>
    <dgm:cxn modelId="{FF0E76DC-5728-491D-BC23-F14AA6BFD430}" type="presOf" srcId="{7C2037DD-B5E2-4FDE-93FD-9EC81E7A6791}" destId="{6C552E88-9B8A-4885-ABE8-9603E7A6EC25}" srcOrd="0" destOrd="0" presId="urn:microsoft.com/office/officeart/2008/layout/HalfCircleOrganizationChart"/>
    <dgm:cxn modelId="{380CF505-31A8-4B8E-8E74-BC20FCED5E3D}" srcId="{EB622FAF-783E-4AC2-A20E-FC0D800452A8}" destId="{9949909A-3DA9-41DA-A03C-3B689E9A3462}" srcOrd="1" destOrd="0" parTransId="{47AB3363-2D7D-45D8-B82C-D994ADCCF773}" sibTransId="{42E7CF77-5A82-49C6-9DC4-00D78352F40C}"/>
    <dgm:cxn modelId="{975DF00C-8F88-4A3D-B1C3-56FD68C9DE83}" srcId="{2F18F45F-FB62-4279-B99C-EDF71112766B}" destId="{7C2037DD-B5E2-4FDE-93FD-9EC81E7A6791}" srcOrd="0" destOrd="0" parTransId="{13DEA88A-AA79-44B4-97CE-52F34DCCE1E8}" sibTransId="{D843450B-EAFF-47CC-90F1-D0F9C5561E62}"/>
    <dgm:cxn modelId="{A8A64DDA-8506-48D5-B4AB-138CA5790408}" type="presOf" srcId="{4EBC26B6-BB37-4158-B5AB-9FCBCC58779D}" destId="{55818CE5-2865-4F8D-8D02-A6F1DE127E4D}" srcOrd="0" destOrd="0" presId="urn:microsoft.com/office/officeart/2008/layout/HalfCircleOrganizationChart"/>
    <dgm:cxn modelId="{1547DF6B-B4AC-49F6-8C53-F4ADB527204E}" srcId="{2F18F45F-FB62-4279-B99C-EDF71112766B}" destId="{D2FB2843-E5BD-47E3-9FA7-023CBB62D90F}" srcOrd="6" destOrd="0" parTransId="{09088898-E1E7-4B2C-B5D2-C3BF5CD1EAFE}" sibTransId="{F33EF24D-BBB1-4747-90F8-928465B6F940}"/>
    <dgm:cxn modelId="{3A6ACCBC-1DF7-4A3D-AB3B-AF87263C81B4}" type="presOf" srcId="{8CE460EB-399C-45F3-84F0-1627FB7E7470}" destId="{9A219FF5-7405-4C13-A642-3CAB53F94297}" srcOrd="0" destOrd="0" presId="urn:microsoft.com/office/officeart/2008/layout/HalfCircleOrganizationChart"/>
    <dgm:cxn modelId="{EE5B3316-655B-4C23-A6AC-0D9BF371188C}" type="presOf" srcId="{C0DE7315-0247-4599-82D9-7E6A2C062BB0}" destId="{82E7B1B5-D1CA-4999-BFA6-2E5226F067C3}" srcOrd="1" destOrd="0" presId="urn:microsoft.com/office/officeart/2008/layout/HalfCircleOrganizationChart"/>
    <dgm:cxn modelId="{E7BE3F3A-AA14-47B9-A29C-6B56CF599A55}" type="presOf" srcId="{20022470-EA8E-4D61-9420-11FB81FCF173}" destId="{BAC4EC4E-EA88-44FA-BD32-4B89FA44BD11}" srcOrd="1" destOrd="0" presId="urn:microsoft.com/office/officeart/2008/layout/HalfCircleOrganizationChart"/>
    <dgm:cxn modelId="{FA7D0796-5D9A-4CB6-B9FF-3F091C99FD5D}" type="presOf" srcId="{AB657894-8145-4DC0-97B7-A9FC19650B16}" destId="{9C7D8E12-1E85-41D8-B9D9-DB261C06A4F8}" srcOrd="0" destOrd="0" presId="urn:microsoft.com/office/officeart/2008/layout/HalfCircleOrganizationChart"/>
    <dgm:cxn modelId="{92F2705C-B0B0-42C3-A651-369EECD943DC}" srcId="{20022470-EA8E-4D61-9420-11FB81FCF173}" destId="{484F8237-9774-4E49-AB60-E3C9540993ED}" srcOrd="0" destOrd="0" parTransId="{64555582-A50D-459A-A0E5-242CA4E8D862}" sibTransId="{55E1ECD3-C28B-49D6-AF29-6F90EDA2B42E}"/>
    <dgm:cxn modelId="{F2442EF1-C97C-4DA8-A097-C68384AD030D}" type="presOf" srcId="{DE1393C2-4942-4F30-85E6-D2BBF7004187}" destId="{770AC3E3-CFBA-4598-872E-EA846968BF00}" srcOrd="1" destOrd="0" presId="urn:microsoft.com/office/officeart/2008/layout/HalfCircleOrganizationChart"/>
    <dgm:cxn modelId="{27A5AE6A-B52A-43A4-B814-58703FA2DC7F}" type="presOf" srcId="{8051D62D-B456-426D-9865-4C8E3C712CDC}" destId="{18624BEB-4A03-493F-877B-928A0565724A}" srcOrd="0" destOrd="0" presId="urn:microsoft.com/office/officeart/2008/layout/HalfCircleOrganizationChart"/>
    <dgm:cxn modelId="{EAFBCE02-2CBC-4D0A-A5D7-9E668A1313AE}" type="presOf" srcId="{D2FB2843-E5BD-47E3-9FA7-023CBB62D90F}" destId="{9BC0A0A8-5471-448D-A6C2-0DBE58ECE2C3}" srcOrd="0" destOrd="0" presId="urn:microsoft.com/office/officeart/2008/layout/HalfCircleOrganizationChart"/>
    <dgm:cxn modelId="{1BE0C80B-AA0D-42E4-9203-A46940F2C98D}" type="presOf" srcId="{AB657894-8145-4DC0-97B7-A9FC19650B16}" destId="{6BC560F4-488E-4D03-8DE3-A6CF1E2E427A}" srcOrd="1" destOrd="0" presId="urn:microsoft.com/office/officeart/2008/layout/HalfCircleOrganizationChart"/>
    <dgm:cxn modelId="{7D276090-46A5-4820-AC4C-7ADDDF54E3F4}" type="presOf" srcId="{20022470-EA8E-4D61-9420-11FB81FCF173}" destId="{AB1E5B48-87D7-4603-A1CA-15F0626DBD5A}" srcOrd="0" destOrd="0" presId="urn:microsoft.com/office/officeart/2008/layout/HalfCircleOrganizationChart"/>
    <dgm:cxn modelId="{3BE6C9F0-5723-4B71-9E7A-34A9A394787C}" type="presOf" srcId="{9227859F-BE00-474D-B683-A3DF21E6A891}" destId="{B351F94A-65EC-4893-B958-5FDA041CB226}" srcOrd="0" destOrd="0" presId="urn:microsoft.com/office/officeart/2008/layout/HalfCircleOrganizationChart"/>
    <dgm:cxn modelId="{5878814E-6AD7-4209-9F0D-B63832CF9919}" type="presOf" srcId="{F6B7E100-FD7D-496E-9EBB-962BDEF4911C}" destId="{82898DCC-0ADA-45E3-B773-8B178F766D66}" srcOrd="1" destOrd="0" presId="urn:microsoft.com/office/officeart/2008/layout/HalfCircleOrganizationChart"/>
    <dgm:cxn modelId="{F81C8DF6-7402-498C-8FAD-74F33AF4FAEB}" type="presOf" srcId="{8E52D249-D1C7-486A-A0C7-6694560B7D68}" destId="{D019331C-93B5-444B-8ADC-116821A7E762}" srcOrd="0" destOrd="0" presId="urn:microsoft.com/office/officeart/2008/layout/HalfCircleOrganizationChart"/>
    <dgm:cxn modelId="{BDD2BD2A-D31D-4445-884E-57E02F20A320}" type="presOf" srcId="{484F8237-9774-4E49-AB60-E3C9540993ED}" destId="{541911F8-DCEB-4816-8302-361AC7AC647C}" srcOrd="1" destOrd="0" presId="urn:microsoft.com/office/officeart/2008/layout/HalfCircleOrganizationChart"/>
    <dgm:cxn modelId="{1938D202-DD01-433C-864F-C35CBEB75B4C}" type="presOf" srcId="{0DE2ECF9-026A-4AE8-AB97-D8CC652CE05F}" destId="{13741D17-DDCC-4EE3-9167-516FAEC72014}" srcOrd="1" destOrd="0" presId="urn:microsoft.com/office/officeart/2008/layout/HalfCircleOrganizationChart"/>
    <dgm:cxn modelId="{CC8DEADA-F963-469D-8700-D89FF798C270}" type="presOf" srcId="{9949909A-3DA9-41DA-A03C-3B689E9A3462}" destId="{21E37BA8-C3C6-42E4-B63B-37FD3F844D44}" srcOrd="1" destOrd="0" presId="urn:microsoft.com/office/officeart/2008/layout/HalfCircleOrganizationChart"/>
    <dgm:cxn modelId="{47923373-75D5-4C4E-8EEF-40EA7C16A8A7}" srcId="{292EFB8D-59EF-4DB8-9CC0-03C36E1316CD}" destId="{E34FAD69-4308-4577-BC40-24DA222BD18E}" srcOrd="1" destOrd="0" parTransId="{0665EE16-36BD-4109-B1A7-F745DC002456}" sibTransId="{92A8AF36-AF1C-4F1A-AB7E-E12A8F84CF65}"/>
    <dgm:cxn modelId="{6964A6EE-A0FC-4984-BF5F-8B42CF55EC37}" type="presOf" srcId="{A00AE4B7-9A18-439D-AD3C-24D30CAAE9AE}" destId="{67DF1C99-F390-405F-ADC2-78A2C56A727E}" srcOrd="0" destOrd="0" presId="urn:microsoft.com/office/officeart/2008/layout/HalfCircleOrganizationChart"/>
    <dgm:cxn modelId="{9EE7E878-3A7F-4FD1-B3FE-D3943881FEFA}" type="presOf" srcId="{6F871100-5930-4A36-AB9F-60FE0E20D8EA}" destId="{939D94E0-9A6D-4A8A-9661-8F83C6993775}" srcOrd="0" destOrd="0" presId="urn:microsoft.com/office/officeart/2008/layout/HalfCircleOrganizationChart"/>
    <dgm:cxn modelId="{E267653D-78BD-4A4E-AE32-C66931BBC478}" type="presOf" srcId="{4037741A-EE4A-4990-A13F-C761BAA6163B}" destId="{73BF4F77-FECC-4705-B771-448656827ED7}" srcOrd="1" destOrd="0" presId="urn:microsoft.com/office/officeart/2008/layout/HalfCircleOrganizationChart"/>
    <dgm:cxn modelId="{7F414446-270E-452D-A1FC-AF8FE2977F3C}" srcId="{2F18F45F-FB62-4279-B99C-EDF71112766B}" destId="{292EFB8D-59EF-4DB8-9CC0-03C36E1316CD}" srcOrd="4" destOrd="0" parTransId="{76E7DEEC-BDC1-4182-8991-14DBD7A03199}" sibTransId="{ED887A55-89B9-4D3D-9091-CADE316D53A6}"/>
    <dgm:cxn modelId="{EF8B0E94-F036-4237-90FA-11A90AE8ABB2}" type="presOf" srcId="{37D30272-F3FA-4262-9944-B7AAAACD0BFE}" destId="{9FF5333F-F17C-412B-B7E6-6A243C1E4EDE}" srcOrd="0" destOrd="0" presId="urn:microsoft.com/office/officeart/2008/layout/HalfCircleOrganizationChart"/>
    <dgm:cxn modelId="{884408A2-F4C0-496A-9F03-289DB3FC8E8C}" srcId="{8051D62D-B456-426D-9865-4C8E3C712CDC}" destId="{21DF3FDF-6BEB-4ABD-8F84-4C9B16FC0B84}" srcOrd="1" destOrd="0" parTransId="{8CE460EB-399C-45F3-84F0-1627FB7E7470}" sibTransId="{0FD2C25A-05E1-40E4-B07C-F98B498A04D0}"/>
    <dgm:cxn modelId="{FEAACBA9-D69C-4FE5-9710-6694E9C62C65}" type="presOf" srcId="{A28C9234-4BD4-4884-87E7-B12C6CA544AD}" destId="{F57F5434-3681-4C9F-8E22-7BA2B2210881}" srcOrd="1" destOrd="0" presId="urn:microsoft.com/office/officeart/2008/layout/HalfCircleOrganizationChart"/>
    <dgm:cxn modelId="{DAF61D7F-5FC0-4A0C-BB38-2AC7DE828A24}" srcId="{D2FB2843-E5BD-47E3-9FA7-023CBB62D90F}" destId="{340C3455-55CA-4B7F-9261-883E93C206AC}" srcOrd="0" destOrd="0" parTransId="{9D62D756-9F60-4642-81EC-D4723CC63E7F}" sibTransId="{6AECA0A3-CD80-44D4-BC69-161CB9426CB4}"/>
    <dgm:cxn modelId="{69B4F482-3E23-423D-91FA-694A29295524}" srcId="{F57E0442-F474-4E35-8C68-258B488DDE24}" destId="{C0DE7315-0247-4599-82D9-7E6A2C062BB0}" srcOrd="2" destOrd="0" parTransId="{E79F84CB-33D2-4FDB-B39F-AE36BD0A2238}" sibTransId="{B16C35C1-BADC-47C8-80C0-69F133758DE9}"/>
    <dgm:cxn modelId="{328221C3-E05C-4278-88DE-C8CD14D70C71}" type="presOf" srcId="{D2FB2843-E5BD-47E3-9FA7-023CBB62D90F}" destId="{6EF0C2EE-938F-4B58-BB17-F983BC994194}" srcOrd="1" destOrd="0" presId="urn:microsoft.com/office/officeart/2008/layout/HalfCircleOrganizationChart"/>
    <dgm:cxn modelId="{A6E1CE95-5A9F-4991-92B8-1A78DB54D36E}" type="presOf" srcId="{A28C9234-4BD4-4884-87E7-B12C6CA544AD}" destId="{72C0EB47-CF48-40D9-948C-406F503704F4}" srcOrd="0" destOrd="0" presId="urn:microsoft.com/office/officeart/2008/layout/HalfCircleOrganizationChart"/>
    <dgm:cxn modelId="{92989A2A-FC0F-484A-960C-C0BF3C24CE40}" type="presOf" srcId="{8051D62D-B456-426D-9865-4C8E3C712CDC}" destId="{EEDF1B12-FB7A-4DCE-94FE-FDA5CE70EB3A}" srcOrd="1" destOrd="0" presId="urn:microsoft.com/office/officeart/2008/layout/HalfCircleOrganizationChart"/>
    <dgm:cxn modelId="{D0522B8D-4473-42F5-A1DF-5D02DF11F8C7}" type="presOf" srcId="{1D4B0CDB-6406-4E54-94C1-AD85B30EFDD3}" destId="{44C9DE57-F806-4390-8DFB-19CA5844625F}" srcOrd="0" destOrd="0" presId="urn:microsoft.com/office/officeart/2008/layout/HalfCircleOrganizationChart"/>
    <dgm:cxn modelId="{C06C6033-EF24-4227-B8FD-33A26E205802}" type="presOf" srcId="{B429B03C-19EA-40DE-B5A4-22A8B2CD33B7}" destId="{E3B8CB81-41CB-4A96-B80A-4F1309C32F47}" srcOrd="0" destOrd="0" presId="urn:microsoft.com/office/officeart/2008/layout/HalfCircleOrganizationChart"/>
    <dgm:cxn modelId="{B5A81EED-479F-4082-A130-52D6316D9C42}" type="presOf" srcId="{DB721D84-4F54-47FE-AE11-D0B313D82A1E}" destId="{907A6E54-9E24-43DB-9654-54F00D845C76}" srcOrd="0" destOrd="0" presId="urn:microsoft.com/office/officeart/2008/layout/HalfCircleOrganizationChart"/>
    <dgm:cxn modelId="{421A2F79-A9DE-4759-B7F2-69BFA038F801}" type="presOf" srcId="{E30EAE62-02A9-43BE-9350-588C621DED27}" destId="{A4EAB128-DEE7-49C8-9BEB-4CA0E2106ABD}" srcOrd="0" destOrd="0" presId="urn:microsoft.com/office/officeart/2008/layout/HalfCircleOrganizationChart"/>
    <dgm:cxn modelId="{2392731A-338A-4858-8675-62E149F3E33B}" type="presOf" srcId="{9F7A2FF2-752F-4CE3-B541-4E8E76F87939}" destId="{3C1304A4-8B3C-46CF-8439-01E7A4695563}" srcOrd="0" destOrd="0" presId="urn:microsoft.com/office/officeart/2008/layout/HalfCircleOrganizationChart"/>
    <dgm:cxn modelId="{4BB9E8B0-4C3E-4F39-B012-47242ACC3B11}" type="presOf" srcId="{9D62D756-9F60-4642-81EC-D4723CC63E7F}" destId="{260DA344-27AF-4C22-9887-69FC7DC67CD2}" srcOrd="0" destOrd="0" presId="urn:microsoft.com/office/officeart/2008/layout/HalfCircleOrganizationChart"/>
    <dgm:cxn modelId="{2CD8B65B-B09A-4899-B587-89A0460BBCB6}" type="presOf" srcId="{7609360A-60BF-41FD-917B-E202D9685D3B}" destId="{3F8783B0-C3C0-48D7-9636-336328EB1D84}" srcOrd="0" destOrd="0" presId="urn:microsoft.com/office/officeart/2008/layout/HalfCircleOrganizationChart"/>
    <dgm:cxn modelId="{09A015DE-41C0-49AF-A1E5-54DAD1FEE43D}" type="presOf" srcId="{09088898-E1E7-4B2C-B5D2-C3BF5CD1EAFE}" destId="{EBA79AC4-D5CB-4BC7-BE8D-21CEFC9A93CE}" srcOrd="0" destOrd="0" presId="urn:microsoft.com/office/officeart/2008/layout/HalfCircleOrganizationChart"/>
    <dgm:cxn modelId="{D7B4E446-06AD-4A9E-B907-D4A48FD12A62}" type="presOf" srcId="{64CFC552-3AD6-4E83-B5E2-A02416525348}" destId="{8DB3D3FB-8D4D-4765-93CC-A79BC1F7D5F7}" srcOrd="1" destOrd="0" presId="urn:microsoft.com/office/officeart/2008/layout/HalfCircleOrganizationChart"/>
    <dgm:cxn modelId="{9EBC2647-A398-4396-A0FA-6E09211E3D69}" type="presOf" srcId="{A00AE4B7-9A18-439D-AD3C-24D30CAAE9AE}" destId="{893E67E0-6549-4086-A841-457C3604E9B3}" srcOrd="1" destOrd="0" presId="urn:microsoft.com/office/officeart/2008/layout/HalfCircleOrganizationChart"/>
    <dgm:cxn modelId="{7A565852-BDB0-488E-98E4-91B445F9CF7D}" type="presOf" srcId="{F57E0442-F474-4E35-8C68-258B488DDE24}" destId="{C4CA7F9B-8D89-42A7-BE2E-E8171A720E34}" srcOrd="0" destOrd="0" presId="urn:microsoft.com/office/officeart/2008/layout/HalfCircleOrganizationChart"/>
    <dgm:cxn modelId="{4518F50F-862A-479E-A71D-FFBB1E1B6896}" type="presOf" srcId="{F57E0442-F474-4E35-8C68-258B488DDE24}" destId="{13FF09E2-E5B0-45DD-8320-BC2409DC922E}" srcOrd="1" destOrd="0" presId="urn:microsoft.com/office/officeart/2008/layout/HalfCircleOrganizationChart"/>
    <dgm:cxn modelId="{A669BA0F-7A30-460B-AF18-4028180BBF13}" srcId="{2F18F45F-FB62-4279-B99C-EDF71112766B}" destId="{BD8B3E44-6723-4034-8B41-BB1FBCF14DB7}" srcOrd="1" destOrd="0" parTransId="{6FF85FB8-7CFE-4A03-8437-FA97DF595A71}" sibTransId="{48DA986D-4FC9-4D8D-87C3-2F9E8499458F}"/>
    <dgm:cxn modelId="{932B1236-96D6-44B7-B097-4146E89741F1}" srcId="{BD8B3E44-6723-4034-8B41-BB1FBCF14DB7}" destId="{F57E0442-F474-4E35-8C68-258B488DDE24}" srcOrd="0" destOrd="0" parTransId="{1341E96F-39ED-4BD2-B965-D74F0B1D0968}" sibTransId="{E5B7E3FF-A0CA-4948-B73D-CFFB9BF60BB2}"/>
    <dgm:cxn modelId="{BB738F28-999C-4766-91EB-85ED4788F055}" srcId="{DE1393C2-4942-4F30-85E6-D2BBF7004187}" destId="{A00AE4B7-9A18-439D-AD3C-24D30CAAE9AE}" srcOrd="0" destOrd="0" parTransId="{9F7A2FF2-752F-4CE3-B541-4E8E76F87939}" sibTransId="{36891E3E-1425-4D09-976F-EEF44D62153C}"/>
    <dgm:cxn modelId="{4C7CA188-3CB5-4501-BBE6-68F7F3045B44}" type="presOf" srcId="{2A624200-0392-49F1-A1C0-962D72978AFE}" destId="{0537A3E2-78A9-4ECB-80AB-2C5A16FF3045}" srcOrd="0" destOrd="0" presId="urn:microsoft.com/office/officeart/2008/layout/HalfCircleOrganizationChart"/>
    <dgm:cxn modelId="{D1A37380-9A0D-4097-9D98-32738D4F1BD2}" srcId="{2F18F45F-FB62-4279-B99C-EDF71112766B}" destId="{20022470-EA8E-4D61-9420-11FB81FCF173}" srcOrd="3" destOrd="0" parTransId="{1C41296E-1AC5-4ED8-8449-DA77DB4ECFFD}" sibTransId="{60466E97-87B7-484F-A01D-AD955F8A8F5E}"/>
    <dgm:cxn modelId="{180AA7DD-BC9D-499F-B0C0-E4A06710F591}" type="presOf" srcId="{27BEA1CF-7D8E-4BBA-91B8-0B0704A701BA}" destId="{FFAF8786-F32A-4CF8-8979-330B2EE12969}" srcOrd="0" destOrd="0" presId="urn:microsoft.com/office/officeart/2008/layout/HalfCircleOrganizationChart"/>
    <dgm:cxn modelId="{5184F3A5-39D5-4A1A-A80B-50A8DC5DFBB8}" srcId="{2F18F45F-FB62-4279-B99C-EDF71112766B}" destId="{4037741A-EE4A-4990-A13F-C761BAA6163B}" srcOrd="5" destOrd="0" parTransId="{9227859F-BE00-474D-B683-A3DF21E6A891}" sibTransId="{4BF11D5F-CAEF-48AE-97A3-30F1F28689B1}"/>
    <dgm:cxn modelId="{13BD238A-B2A4-474F-9876-85148055380E}" srcId="{D2FB2843-E5BD-47E3-9FA7-023CBB62D90F}" destId="{C6E47E9A-FD78-46D0-AFE9-830549A31218}" srcOrd="3" destOrd="0" parTransId="{C0C58889-C49E-4270-A76D-7C3E11C1DE68}" sibTransId="{313209DA-C5AB-4A7B-AED9-E99DE5965169}"/>
    <dgm:cxn modelId="{D51A703D-9119-4A64-AEB2-D336EF500782}" type="presOf" srcId="{9E4F1EB8-47DC-4215-8219-30EC5C382E85}" destId="{F94FB146-F5A2-4559-9E61-8B8FEB053EC8}" srcOrd="1" destOrd="0" presId="urn:microsoft.com/office/officeart/2008/layout/HalfCircleOrganizationChart"/>
    <dgm:cxn modelId="{9CBB3A81-AB47-4459-B1D0-0C7D2B5FD08D}" type="presOf" srcId="{26FC0CFA-02C4-4E77-A7D3-757F4C389BB6}" destId="{D9F707C8-49AE-4F06-9CE9-617C8EF008C6}" srcOrd="0" destOrd="0" presId="urn:microsoft.com/office/officeart/2008/layout/HalfCircleOrganizationChart"/>
    <dgm:cxn modelId="{CC04FCA1-DAFB-4F9D-96E1-9AEC646AC4C0}" type="presOf" srcId="{C6E47E9A-FD78-46D0-AFE9-830549A31218}" destId="{4B46297D-6806-43A3-9077-F03EA9F2638C}" srcOrd="1" destOrd="0" presId="urn:microsoft.com/office/officeart/2008/layout/HalfCircleOrganizationChart"/>
    <dgm:cxn modelId="{9CBB8FA7-4EBE-40DE-ACDE-AF937FB43B1C}" type="presOf" srcId="{1C53E8AA-E55D-4D22-BA2E-90E1CAD90F56}" destId="{F1146735-1878-4001-98FC-E7FDF5BFC108}" srcOrd="0" destOrd="0" presId="urn:microsoft.com/office/officeart/2008/layout/HalfCircleOrganizationChart"/>
    <dgm:cxn modelId="{06D20DB9-5DAD-4D7C-AF16-553739BF66D3}" type="presOf" srcId="{47B827C2-B754-4E83-9AC7-59D00D5B4BA4}" destId="{58EA058A-08B4-460B-8AC1-8670B786A276}" srcOrd="0" destOrd="0" presId="urn:microsoft.com/office/officeart/2008/layout/HalfCircleOrganizationChart"/>
    <dgm:cxn modelId="{F43A72D5-F685-4BEE-AF42-BCBD964FC137}" srcId="{F57E0442-F474-4E35-8C68-258B488DDE24}" destId="{6F871100-5930-4A36-AB9F-60FE0E20D8EA}" srcOrd="0" destOrd="0" parTransId="{C0DF08A4-3ECF-48DC-964E-C6F20DB916AC}" sibTransId="{0F584734-755D-4F51-8D96-6880E4B4A093}"/>
    <dgm:cxn modelId="{438EDBF1-F62D-4011-8E65-AB48F8CEAF50}" type="presOf" srcId="{76E7DEEC-BDC1-4182-8991-14DBD7A03199}" destId="{3E89CB6E-D49B-4C9F-80D8-EAA0F61FF744}" srcOrd="0" destOrd="0" presId="urn:microsoft.com/office/officeart/2008/layout/HalfCircleOrganizationChart"/>
    <dgm:cxn modelId="{C4F89BBF-FFDD-41BB-B0A6-A4023A0703C8}" type="presOf" srcId="{946FE5A1-A7D0-4F74-9BA2-15C751C27FCD}" destId="{F20EFE2E-0C32-4052-B83A-FE98EE9118D5}" srcOrd="1" destOrd="0" presId="urn:microsoft.com/office/officeart/2008/layout/HalfCircleOrganizationChart"/>
    <dgm:cxn modelId="{739F5212-F684-49C6-8CA2-063694DA351F}" type="presOf" srcId="{70917D93-A183-47D2-AA07-4D1F4E5992AC}" destId="{66E2454F-8942-4655-8D93-C1DD77EDBEAF}" srcOrd="1" destOrd="0" presId="urn:microsoft.com/office/officeart/2008/layout/HalfCircleOrganizationChart"/>
    <dgm:cxn modelId="{AC666843-133B-4F3C-A098-4351AAA641D4}" srcId="{D2FB2843-E5BD-47E3-9FA7-023CBB62D90F}" destId="{BF00AA82-D50B-411A-89D4-FCB06F829419}" srcOrd="2" destOrd="0" parTransId="{B7091B80-CE74-4935-A3FC-39B753516A71}" sibTransId="{6D515090-BE97-46E6-941C-C211DFC4AC00}"/>
    <dgm:cxn modelId="{2EA1B94E-2AA3-4F78-8B59-F36BA8C5437F}" type="presOf" srcId="{A42D9BFA-27C7-4F66-8390-5E01A0167B17}" destId="{97600890-A8A4-44A5-917A-D7DD681DB907}" srcOrd="1" destOrd="0" presId="urn:microsoft.com/office/officeart/2008/layout/HalfCircleOrganizationChart"/>
    <dgm:cxn modelId="{D840474D-CAAD-44D6-8677-55FB1C037FA9}" type="presOf" srcId="{BF00AA82-D50B-411A-89D4-FCB06F829419}" destId="{EB7A84C9-FB36-4762-992F-7891BA34D6BD}" srcOrd="1" destOrd="0" presId="urn:microsoft.com/office/officeart/2008/layout/HalfCircleOrganizationChart"/>
    <dgm:cxn modelId="{88ACED8C-D835-4C79-8EE1-BA47AACFA138}" type="presOf" srcId="{6FF85FB8-7CFE-4A03-8437-FA97DF595A71}" destId="{540BAE32-274B-4968-B410-B46932D6A600}" srcOrd="0" destOrd="0" presId="urn:microsoft.com/office/officeart/2008/layout/HalfCircleOrganizationChart"/>
    <dgm:cxn modelId="{82701890-C6EC-4AE7-95D4-2ACD59A287F1}" type="presOf" srcId="{BF00AA82-D50B-411A-89D4-FCB06F829419}" destId="{401146C6-47A1-4368-B4BA-671E7460B9A2}" srcOrd="0" destOrd="0" presId="urn:microsoft.com/office/officeart/2008/layout/HalfCircleOrganizationChart"/>
    <dgm:cxn modelId="{99E25719-5DD8-467C-BA85-220E6E29E85A}" type="presOf" srcId="{DE1393C2-4942-4F30-85E6-D2BBF7004187}" destId="{17A59D8C-2FDB-433F-946B-98BC343E74DA}" srcOrd="0" destOrd="0" presId="urn:microsoft.com/office/officeart/2008/layout/HalfCircleOrganizationChart"/>
    <dgm:cxn modelId="{A3CDF411-EB36-4A5F-A218-A43C1AEFE1F1}" type="presOf" srcId="{24812162-8607-4FC7-90ED-77C1859E92BB}" destId="{DE221A5E-3EA4-410F-B748-9887B5B686FE}" srcOrd="0" destOrd="0" presId="urn:microsoft.com/office/officeart/2008/layout/HalfCircleOrganizationChart"/>
    <dgm:cxn modelId="{36D6F2F0-D811-4066-874A-BD2F699CF5B8}" srcId="{F57E0442-F474-4E35-8C68-258B488DDE24}" destId="{0DE2ECF9-026A-4AE8-AB97-D8CC652CE05F}" srcOrd="4" destOrd="0" parTransId="{47B827C2-B754-4E83-9AC7-59D00D5B4BA4}" sibTransId="{8A7BD0A8-CFDD-437B-9F75-FFC41FEB4467}"/>
    <dgm:cxn modelId="{00BE4005-D684-4826-8546-48444CCF35BA}" type="presOf" srcId="{1341E96F-39ED-4BD2-B965-D74F0B1D0968}" destId="{D20A6444-1F2D-45FA-BFFF-32F7598ADA1A}" srcOrd="0" destOrd="0" presId="urn:microsoft.com/office/officeart/2008/layout/HalfCircleOrganizationChart"/>
    <dgm:cxn modelId="{478E795B-4C8E-4BEA-8B80-D0DDAEBCB071}" type="presOf" srcId="{64CFC552-3AD6-4E83-B5E2-A02416525348}" destId="{3BF5E3C3-2F7F-4A51-9932-6C7ECD390478}" srcOrd="0" destOrd="0" presId="urn:microsoft.com/office/officeart/2008/layout/HalfCircleOrganizationChart"/>
    <dgm:cxn modelId="{403914E2-F613-429E-A19F-ED81E08A60BB}" type="presOf" srcId="{2A624200-0392-49F1-A1C0-962D72978AFE}" destId="{47E78DD6-F31D-472C-8F81-063597D3A739}" srcOrd="1" destOrd="0" presId="urn:microsoft.com/office/officeart/2008/layout/HalfCircleOrganizationChart"/>
    <dgm:cxn modelId="{0E81A521-D1A3-48F7-920A-D9F11E948665}" srcId="{BD8B3E44-6723-4034-8B41-BB1FBCF14DB7}" destId="{8051D62D-B456-426D-9865-4C8E3C712CDC}" srcOrd="1" destOrd="0" parTransId="{29C96102-D187-4FB8-A176-A1CA73D83ECB}" sibTransId="{D39FCB86-1944-44BF-822A-BF95EEC06DA2}"/>
    <dgm:cxn modelId="{2FBB1130-F5A3-4C92-8A27-37FA5D5AAF40}" type="presOf" srcId="{DB721D84-4F54-47FE-AE11-D0B313D82A1E}" destId="{1DA99238-4FC0-47E6-9835-F660A5C87FA8}" srcOrd="1" destOrd="0" presId="urn:microsoft.com/office/officeart/2008/layout/HalfCircleOrganizationChart"/>
    <dgm:cxn modelId="{4F328406-A2EA-4528-BC44-64CB3BA834D6}" type="presOf" srcId="{47AB3363-2D7D-45D8-B82C-D994ADCCF773}" destId="{231224CA-8BFC-4464-B057-0FAEC341663A}" srcOrd="0" destOrd="0" presId="urn:microsoft.com/office/officeart/2008/layout/HalfCircleOrganizationChart"/>
    <dgm:cxn modelId="{0E67B763-0625-4FB3-A954-D431F617F1D8}" type="presOf" srcId="{29C96102-D187-4FB8-A176-A1CA73D83ECB}" destId="{065324E1-FDFE-478D-A5A3-6DA6545A64E0}" srcOrd="0" destOrd="0" presId="urn:microsoft.com/office/officeart/2008/layout/HalfCircleOrganizationChart"/>
    <dgm:cxn modelId="{5B404DC5-E9B1-4B12-B526-099919099FC1}" srcId="{37D30272-F3FA-4262-9944-B7AAAACD0BFE}" destId="{EB622FAF-783E-4AC2-A20E-FC0D800452A8}" srcOrd="1" destOrd="0" parTransId="{4E16F867-8BF0-4F9B-9EDC-CC6C26004A49}" sibTransId="{69BDC31D-5F9B-4FD2-8C45-98D3B13B7A6C}"/>
    <dgm:cxn modelId="{3374A8FF-7C5E-4A9D-85EF-92FBF12871F5}" type="presOf" srcId="{EB622FAF-783E-4AC2-A20E-FC0D800452A8}" destId="{CB51ABAF-9219-4E30-B129-8E00FFF13281}" srcOrd="1" destOrd="0" presId="urn:microsoft.com/office/officeart/2008/layout/HalfCircleOrganizationChart"/>
    <dgm:cxn modelId="{A4F679D6-A9EC-4A6E-B9FA-522E1348DFC5}" type="presOf" srcId="{6F871100-5930-4A36-AB9F-60FE0E20D8EA}" destId="{6839EDFA-C366-45E3-BDFC-B6FCCE229007}" srcOrd="1" destOrd="0" presId="urn:microsoft.com/office/officeart/2008/layout/HalfCircleOrganizationChart"/>
    <dgm:cxn modelId="{AFF531BC-F448-4572-BA4D-9E7673C86677}" srcId="{1D4B0CDB-6406-4E54-94C1-AD85B30EFDD3}" destId="{70917D93-A183-47D2-AA07-4D1F4E5992AC}" srcOrd="1" destOrd="0" parTransId="{D6064A8C-367F-45CF-956B-13358FB7CDEB}" sibTransId="{D3D69E86-87C3-45AF-BC91-6DD5C0C8F323}"/>
    <dgm:cxn modelId="{4E5423EE-09CF-4775-A4E4-B68BD61B91B3}" type="presOf" srcId="{13DEA88A-AA79-44B4-97CE-52F34DCCE1E8}" destId="{673B4BE6-63B1-425B-A36D-640AFAAEE841}" srcOrd="0" destOrd="0" presId="urn:microsoft.com/office/officeart/2008/layout/HalfCircleOrganizationChart"/>
    <dgm:cxn modelId="{B032D243-FF48-4AAE-A417-D956EE55804F}" srcId="{20022470-EA8E-4D61-9420-11FB81FCF173}" destId="{2A624200-0392-49F1-A1C0-962D72978AFE}" srcOrd="1" destOrd="0" parTransId="{26FC0CFA-02C4-4E77-A7D3-757F4C389BB6}" sibTransId="{F2CBA4F3-B46B-4730-ADB9-63A2671A42BE}"/>
    <dgm:cxn modelId="{CD3DE512-85CF-4723-AB32-FE5FA2567DA3}" type="presOf" srcId="{2F18F45F-FB62-4279-B99C-EDF71112766B}" destId="{E7C82F92-C1A5-4BDD-96BA-B5E516014C6D}" srcOrd="1" destOrd="0" presId="urn:microsoft.com/office/officeart/2008/layout/HalfCircleOrganizationChart"/>
    <dgm:cxn modelId="{089F4359-17A5-4AEB-8A67-0AE20DDA54A2}" type="presOf" srcId="{E79F84CB-33D2-4FDB-B39F-AE36BD0A2238}" destId="{5C1FA8A7-0262-4344-9BD4-C0108EDFFBF8}" srcOrd="0" destOrd="0" presId="urn:microsoft.com/office/officeart/2008/layout/HalfCircleOrganizationChart"/>
    <dgm:cxn modelId="{1219E098-0950-4567-B892-094298394F62}" type="presOf" srcId="{292EFB8D-59EF-4DB8-9CC0-03C36E1316CD}" destId="{0705B6CF-D726-47D7-8AEF-1BE6AC823BD7}" srcOrd="0" destOrd="0" presId="urn:microsoft.com/office/officeart/2008/layout/HalfCircleOrganizationChart"/>
    <dgm:cxn modelId="{8B2F70B8-4B6F-4585-BA0C-541413F62E75}" srcId="{1D4B0CDB-6406-4E54-94C1-AD85B30EFDD3}" destId="{9E4F1EB8-47DC-4215-8219-30EC5C382E85}" srcOrd="0" destOrd="0" parTransId="{CA5DABAA-1C9D-4680-9B00-F6971B3F8CC0}" sibTransId="{5DFAEEF2-2A16-463B-900F-5F4C9F19E033}"/>
    <dgm:cxn modelId="{5A8069F6-1620-4FBF-89AC-D0B8B3759B54}" type="presOf" srcId="{1E42D1C0-B2A2-4B30-8D9B-2C5709D92D4A}" destId="{A401D273-4232-4163-8896-F5270B31283D}" srcOrd="0" destOrd="0" presId="urn:microsoft.com/office/officeart/2008/layout/HalfCircleOrganizationChart"/>
    <dgm:cxn modelId="{BDF9EB50-FEF2-49C2-A22E-3EE71C6E22C3}" type="presOf" srcId="{BD8B3E44-6723-4034-8B41-BB1FBCF14DB7}" destId="{C47CD0A2-4358-4844-92F2-D2228046CD51}" srcOrd="1" destOrd="0" presId="urn:microsoft.com/office/officeart/2008/layout/HalfCircleOrganizationChart"/>
    <dgm:cxn modelId="{F2021CCD-75E5-42C7-B3DC-F7EC7B224EF3}" type="presOf" srcId="{EB622FAF-783E-4AC2-A20E-FC0D800452A8}" destId="{B54711CC-D721-4EC8-A271-ED728D54A11F}" srcOrd="0" destOrd="0" presId="urn:microsoft.com/office/officeart/2008/layout/HalfCircleOrganizationChart"/>
    <dgm:cxn modelId="{76478DBD-0DD3-4428-BC3C-4A091E6C69AD}" type="presOf" srcId="{D81A1D51-D291-437F-A707-F7C2DEDFF3E8}" destId="{04FC852C-B5C1-4A22-8717-165904F18A3F}" srcOrd="0" destOrd="0" presId="urn:microsoft.com/office/officeart/2008/layout/HalfCircleOrganizationChart"/>
    <dgm:cxn modelId="{996687CD-6763-4874-8F27-1833195D6390}" type="presOf" srcId="{DFC191BE-C79D-42A2-8DD5-41EA7FCF1C51}" destId="{90CBE85E-76D9-4508-B34F-E19D0B5D6931}" srcOrd="0" destOrd="0" presId="urn:microsoft.com/office/officeart/2008/layout/HalfCircleOrganizationChart"/>
    <dgm:cxn modelId="{A65E3084-FE87-42FD-950E-4BA229552DCF}" type="presOf" srcId="{1C41296E-1AC5-4ED8-8449-DA77DB4ECFFD}" destId="{90291888-4788-499B-8534-59C072A446AC}" srcOrd="0" destOrd="0" presId="urn:microsoft.com/office/officeart/2008/layout/HalfCircleOrganizationChart"/>
    <dgm:cxn modelId="{26D7EFE5-13CF-4173-9018-CF355747C206}" type="presOf" srcId="{37D30272-F3FA-4262-9944-B7AAAACD0BFE}" destId="{6F64EEC0-30A1-4E69-B809-A1EA35B04E3E}" srcOrd="1" destOrd="0" presId="urn:microsoft.com/office/officeart/2008/layout/HalfCircleOrganizationChart"/>
    <dgm:cxn modelId="{FA4E7892-4884-44FB-9796-2B3B2FE7EB42}" type="presOf" srcId="{E34FAD69-4308-4577-BC40-24DA222BD18E}" destId="{F0BF2D7F-0005-41DE-AE07-9DA5ADCA80F0}" srcOrd="1" destOrd="0" presId="urn:microsoft.com/office/officeart/2008/layout/HalfCircleOrganizationChart"/>
    <dgm:cxn modelId="{C0C1EBEB-4270-4CCB-9056-26C11B6AC3C0}" type="presOf" srcId="{70917D93-A183-47D2-AA07-4D1F4E5992AC}" destId="{8D87E7CA-7F43-44CA-9355-4D5208219066}" srcOrd="0" destOrd="0" presId="urn:microsoft.com/office/officeart/2008/layout/HalfCircleOrganizationChart"/>
    <dgm:cxn modelId="{761132BA-2728-4A97-AAE9-18CB235B717F}" type="presOf" srcId="{D81A1D51-D291-437F-A707-F7C2DEDFF3E8}" destId="{8854C0C3-C863-4277-961C-2592C874816A}" srcOrd="1" destOrd="0" presId="urn:microsoft.com/office/officeart/2008/layout/HalfCircleOrganizationChart"/>
    <dgm:cxn modelId="{2C5B79C4-931D-4F1B-986A-72564095564B}" srcId="{8051D62D-B456-426D-9865-4C8E3C712CDC}" destId="{1C53E8AA-E55D-4D22-BA2E-90E1CAD90F56}" srcOrd="2" destOrd="0" parTransId="{FA39B95C-A4F8-4379-905A-53FF593C6301}" sibTransId="{1AF8AC50-B5A3-43E7-A345-0E5CC9BA3F12}"/>
    <dgm:cxn modelId="{62449CFE-DFDC-4089-B06E-154ED87FCE20}" srcId="{37D30272-F3FA-4262-9944-B7AAAACD0BFE}" destId="{DE1393C2-4942-4F30-85E6-D2BBF7004187}" srcOrd="0" destOrd="0" parTransId="{4EBC26B6-BB37-4158-B5AB-9FCBCC58779D}" sibTransId="{48150D4A-10CC-4FE9-910B-6B8B77E98536}"/>
    <dgm:cxn modelId="{76AECF98-3AD1-40C0-B715-285F1E8CC463}" type="presOf" srcId="{9949909A-3DA9-41DA-A03C-3B689E9A3462}" destId="{90113ACD-A9A5-4CB3-8138-2BC05C406F73}" srcOrd="0" destOrd="0" presId="urn:microsoft.com/office/officeart/2008/layout/HalfCircleOrganizationChart"/>
    <dgm:cxn modelId="{52FB4357-FE9E-44E4-A975-A24645C90EBB}" srcId="{F57E0442-F474-4E35-8C68-258B488DDE24}" destId="{B429B03C-19EA-40DE-B5A4-22A8B2CD33B7}" srcOrd="3" destOrd="0" parTransId="{1E42D1C0-B2A2-4B30-8D9B-2C5709D92D4A}" sibTransId="{3B10619B-F23C-4B96-B9A3-150E55874C0A}"/>
    <dgm:cxn modelId="{514E8001-D796-4CF7-8DE2-2BC8E3F00581}" type="presOf" srcId="{9E4F1EB8-47DC-4215-8219-30EC5C382E85}" destId="{B3891939-AE0F-4781-9412-B55DA060910D}" srcOrd="0" destOrd="0" presId="urn:microsoft.com/office/officeart/2008/layout/HalfCircleOrganizationChart"/>
    <dgm:cxn modelId="{BED1DC70-E79D-4EDE-A826-658C6E152EC7}" srcId="{70917D93-A183-47D2-AA07-4D1F4E5992AC}" destId="{2F18F45F-FB62-4279-B99C-EDF71112766B}" srcOrd="0" destOrd="0" parTransId="{F9B7250B-2FF3-4DEE-878F-D043A422757E}" sibTransId="{B419E0BD-D080-4A85-A36B-9D0E58E775C6}"/>
    <dgm:cxn modelId="{B1D720F0-2E09-4BAC-B503-A8C8C2445BF9}" type="presOf" srcId="{C0C58889-C49E-4270-A76D-7C3E11C1DE68}" destId="{D9DF2DEF-A198-4D26-B185-0F3E225613BA}" srcOrd="0" destOrd="0" presId="urn:microsoft.com/office/officeart/2008/layout/HalfCircleOrganizationChart"/>
    <dgm:cxn modelId="{4622F879-13D6-48D3-8BCA-A1022C93C1D3}" type="presOf" srcId="{48CE0783-2466-47F2-A842-F4E9804DB1F6}" destId="{E017D077-6C1B-400B-82C7-484EED7358D5}" srcOrd="0" destOrd="0" presId="urn:microsoft.com/office/officeart/2008/layout/HalfCircleOrganizationChart"/>
    <dgm:cxn modelId="{287CA15E-F3E5-4E31-AC89-2C8FD5649F3F}" type="presOf" srcId="{21DF3FDF-6BEB-4ABD-8F84-4C9B16FC0B84}" destId="{76DE2F84-9332-4DB5-B57E-8A1A13233A16}" srcOrd="1" destOrd="0" presId="urn:microsoft.com/office/officeart/2008/layout/HalfCircleOrganizationChart"/>
    <dgm:cxn modelId="{14BBA148-58C0-44CB-8DB5-4832D7FDE947}" type="presOf" srcId="{C6E47E9A-FD78-46D0-AFE9-830549A31218}" destId="{74134009-8C23-4857-BAFE-D34F0CEE2BBA}" srcOrd="0" destOrd="0" presId="urn:microsoft.com/office/officeart/2008/layout/HalfCircleOrganizationChart"/>
    <dgm:cxn modelId="{B75CE0C4-C0DC-41A5-A32E-C0FDF76A8726}" type="presOf" srcId="{0DE2ECF9-026A-4AE8-AB97-D8CC652CE05F}" destId="{65342826-59BF-4E33-A13B-0E24C60F9CAB}" srcOrd="0" destOrd="0" presId="urn:microsoft.com/office/officeart/2008/layout/HalfCircleOrganizationChart"/>
    <dgm:cxn modelId="{6D707C28-87E0-4F12-A0BB-C337AFB3B3BB}" type="presOf" srcId="{A42D9BFA-27C7-4F66-8390-5E01A0167B17}" destId="{07D75D44-C935-46B0-B90A-BF6FF53E9EF4}" srcOrd="0" destOrd="0" presId="urn:microsoft.com/office/officeart/2008/layout/HalfCircleOrganizationChart"/>
    <dgm:cxn modelId="{36ED74B6-4396-44AC-9D2F-52E91E5E3553}" type="presOf" srcId="{0665EE16-36BD-4109-B1A7-F745DC002456}" destId="{209352CB-4D8D-4537-8537-842B1CACBC71}" srcOrd="0" destOrd="0" presId="urn:microsoft.com/office/officeart/2008/layout/HalfCircleOrganizationChart"/>
    <dgm:cxn modelId="{45780321-95C8-4D5A-8BA8-377288267ACC}" srcId="{70917D93-A183-47D2-AA07-4D1F4E5992AC}" destId="{D81A1D51-D291-437F-A707-F7C2DEDFF3E8}" srcOrd="2" destOrd="0" parTransId="{DFC191BE-C79D-42A2-8DD5-41EA7FCF1C51}" sibTransId="{AB3B2F9F-461A-46BE-A9A4-9C842DA0B16C}"/>
    <dgm:cxn modelId="{63EF4D1D-8387-4C69-B18E-9C00B550C11A}" type="presOf" srcId="{64555582-A50D-459A-A0E5-242CA4E8D862}" destId="{64B993D9-D3BC-46EC-A234-9BFE029BA139}" srcOrd="0" destOrd="0" presId="urn:microsoft.com/office/officeart/2008/layout/HalfCircleOrganizationChart"/>
    <dgm:cxn modelId="{9DBB86D9-46FB-4E8E-A27B-DCFEE4CC8353}" srcId="{DE1393C2-4942-4F30-85E6-D2BBF7004187}" destId="{8E52D249-D1C7-486A-A0C7-6694560B7D68}" srcOrd="1" destOrd="0" parTransId="{00299DAA-5FCE-4F37-9CF2-A19830204E29}" sibTransId="{A977466F-9C3A-42F8-9E4C-C3CB42F388E7}"/>
    <dgm:cxn modelId="{F23540B6-B570-46DD-8CB6-1D4D6B2141FB}" type="presOf" srcId="{340C3455-55CA-4B7F-9261-883E93C206AC}" destId="{112DC41E-0830-4244-99E1-4380E457E2C8}" srcOrd="0" destOrd="0" presId="urn:microsoft.com/office/officeart/2008/layout/HalfCircleOrganizationChart"/>
    <dgm:cxn modelId="{0CD9ED38-6013-4A46-914E-83C260475BA4}" type="presOf" srcId="{292EFB8D-59EF-4DB8-9CC0-03C36E1316CD}" destId="{ACF8E76A-AE3E-435C-BBFE-D49B038DAD4C}" srcOrd="1" destOrd="0" presId="urn:microsoft.com/office/officeart/2008/layout/HalfCircleOrganizationChart"/>
    <dgm:cxn modelId="{CEF29403-29BB-468C-9885-907D3943956F}" type="presOf" srcId="{BD8B3E44-6723-4034-8B41-BB1FBCF14DB7}" destId="{18490715-BFDF-4BCD-8402-9560DE8C4F4C}" srcOrd="0" destOrd="0" presId="urn:microsoft.com/office/officeart/2008/layout/HalfCircleOrganizationChart"/>
    <dgm:cxn modelId="{2536E531-B28E-4909-A08F-A8979E166665}" type="presOf" srcId="{4E16F867-8BF0-4F9B-9EDC-CC6C26004A49}" destId="{406E2647-02CE-4857-AA5F-7B06273E442D}" srcOrd="0" destOrd="0" presId="urn:microsoft.com/office/officeart/2008/layout/HalfCircleOrganizationChart"/>
    <dgm:cxn modelId="{3098F83C-0856-464C-9F1C-7C01B5B8602A}" type="presOf" srcId="{21DF3FDF-6BEB-4ABD-8F84-4C9B16FC0B84}" destId="{73804462-E553-4C00-A8C0-2F36693FEC6D}" srcOrd="0" destOrd="0" presId="urn:microsoft.com/office/officeart/2008/layout/HalfCircleOrganizationChart"/>
    <dgm:cxn modelId="{F15D8E10-ECC7-4D6A-9E36-C9C0DCD72390}" type="presOf" srcId="{00299DAA-5FCE-4F37-9CF2-A19830204E29}" destId="{606623D1-4B4E-43F5-AF03-93D1D0EAB429}" srcOrd="0" destOrd="0" presId="urn:microsoft.com/office/officeart/2008/layout/HalfCircleOrganizationChart"/>
    <dgm:cxn modelId="{B7C22ADD-3675-4D2D-B935-975DA235A6B2}" type="presOf" srcId="{1C53E8AA-E55D-4D22-BA2E-90E1CAD90F56}" destId="{7B5D3E2D-9685-48F1-A8FE-14175136F6B0}" srcOrd="1" destOrd="0" presId="urn:microsoft.com/office/officeart/2008/layout/HalfCircleOrganizationChart"/>
    <dgm:cxn modelId="{B19FE708-5EA4-45F1-A480-CDFBA2A98A8E}" srcId="{D2FB2843-E5BD-47E3-9FA7-023CBB62D90F}" destId="{48CE0783-2466-47F2-A842-F4E9804DB1F6}" srcOrd="4" destOrd="0" parTransId="{27BEA1CF-7D8E-4BBA-91B8-0B0704A701BA}" sibTransId="{155845D4-CB90-45A1-804B-EEE13F3FD2E0}"/>
    <dgm:cxn modelId="{6FAE67C7-1F00-4382-8E27-2E9D679B3A63}" type="presOf" srcId="{B7091B80-CE74-4935-A3FC-39B753516A71}" destId="{7F858FEE-F65D-427A-BEF4-E117C441BE86}" srcOrd="0" destOrd="0" presId="urn:microsoft.com/office/officeart/2008/layout/HalfCircleOrganizationChart"/>
    <dgm:cxn modelId="{4961792B-9B4D-4BFC-AF1A-EE47750FA1FB}" type="presOf" srcId="{4037741A-EE4A-4990-A13F-C761BAA6163B}" destId="{4B28D8FA-7D74-4C08-B99B-D6DFD1C5818D}" srcOrd="0" destOrd="0" presId="urn:microsoft.com/office/officeart/2008/layout/HalfCircleOrganizationChart"/>
    <dgm:cxn modelId="{F34F04BD-CE62-4172-A84B-9490170FB8DA}" srcId="{EB622FAF-783E-4AC2-A20E-FC0D800452A8}" destId="{DB721D84-4F54-47FE-AE11-D0B313D82A1E}" srcOrd="0" destOrd="0" parTransId="{3FE82FF1-8AF0-4113-8963-9B3C337621A3}" sibTransId="{35EB7970-DC58-4745-9FCF-BC58F3331827}"/>
    <dgm:cxn modelId="{B94F2229-D206-410E-9B62-8C1F3B5EE27A}" type="presOf" srcId="{484F8237-9774-4E49-AB60-E3C9540993ED}" destId="{B76B13DE-EE4B-4E97-9873-AD059F9C2C83}" srcOrd="0" destOrd="0" presId="urn:microsoft.com/office/officeart/2008/layout/HalfCircleOrganizationChart"/>
    <dgm:cxn modelId="{3E0CE3AB-C8D1-4261-8E93-792E9F6F94D0}" type="presOf" srcId="{A713388B-0CE9-4CDB-842B-9DC226806074}" destId="{1C46085E-175B-4F57-809B-11072640EBC0}" srcOrd="0" destOrd="0" presId="urn:microsoft.com/office/officeart/2008/layout/HalfCircleOrganizationChart"/>
    <dgm:cxn modelId="{9BB3C6A4-2C5F-4A98-A9AC-EAD261BCF4F9}" type="presOf" srcId="{B429B03C-19EA-40DE-B5A4-22A8B2CD33B7}" destId="{2047C987-E9CA-4174-BE91-9BF0AA2CDB9E}" srcOrd="1" destOrd="0" presId="urn:microsoft.com/office/officeart/2008/layout/HalfCircleOrganizationChart"/>
    <dgm:cxn modelId="{A69D03A7-FB8C-4C05-9B12-D01E0411FC08}" type="presOf" srcId="{FA39B95C-A4F8-4379-905A-53FF593C6301}" destId="{62761266-7698-4E12-84FE-E58F44938611}" srcOrd="0" destOrd="0" presId="urn:microsoft.com/office/officeart/2008/layout/HalfCircleOrganizationChart"/>
    <dgm:cxn modelId="{8F2A8715-7FA1-41EA-8274-AA98F11959E4}" type="presOf" srcId="{C0DF08A4-3ECF-48DC-964E-C6F20DB916AC}" destId="{6C4C6067-7B7E-4DA4-A10A-9FBDCB2B4822}" srcOrd="0" destOrd="0" presId="urn:microsoft.com/office/officeart/2008/layout/HalfCircleOrganizationChart"/>
    <dgm:cxn modelId="{FC3EEBC7-FB3E-475E-AEFE-B7E4B47CFB6B}" srcId="{70917D93-A183-47D2-AA07-4D1F4E5992AC}" destId="{64CFC552-3AD6-4E83-B5E2-A02416525348}" srcOrd="1" destOrd="0" parTransId="{FB91CD09-9A22-4EF7-83B9-93CAF6F9D47B}" sibTransId="{06A3E16E-8B26-46D6-8BA6-59598F5DED98}"/>
    <dgm:cxn modelId="{D6AA547F-67E7-4965-9DBC-1C5FEDA4D761}" srcId="{292EFB8D-59EF-4DB8-9CC0-03C36E1316CD}" destId="{AB657894-8145-4DC0-97B7-A9FC19650B16}" srcOrd="0" destOrd="0" parTransId="{7609360A-60BF-41FD-917B-E202D9685D3B}" sibTransId="{95BDC682-E9B6-4696-8F30-4109A54BAD74}"/>
    <dgm:cxn modelId="{4792072A-A218-4555-8E53-6D2805384296}" type="presOf" srcId="{946FE5A1-A7D0-4F74-9BA2-15C751C27FCD}" destId="{FEFE2A1F-B4B5-4939-ABE3-A6627E9130FD}" srcOrd="0" destOrd="0" presId="urn:microsoft.com/office/officeart/2008/layout/HalfCircleOrganizationChart"/>
    <dgm:cxn modelId="{E80581DA-CB2E-48D9-9767-15036FC38E7F}" type="presOf" srcId="{48CE0783-2466-47F2-A842-F4E9804DB1F6}" destId="{AB56497D-C8BA-49BA-825A-4981C7337E54}" srcOrd="1" destOrd="0" presId="urn:microsoft.com/office/officeart/2008/layout/HalfCircleOrganizationChart"/>
    <dgm:cxn modelId="{783BA4F2-39CD-45AD-98FE-8DFAA8FDEECF}" type="presOf" srcId="{340C3455-55CA-4B7F-9261-883E93C206AC}" destId="{369CD375-D03C-47EE-8B29-AE6B1FBB6878}" srcOrd="1" destOrd="0" presId="urn:microsoft.com/office/officeart/2008/layout/HalfCircleOrganizationChart"/>
    <dgm:cxn modelId="{29D2A18F-5996-4BDB-86C0-4FE2F33C5494}" type="presOf" srcId="{2F18F45F-FB62-4279-B99C-EDF71112766B}" destId="{0BCC3614-2A36-4A1F-900A-0AEABEDB1302}" srcOrd="0" destOrd="0" presId="urn:microsoft.com/office/officeart/2008/layout/HalfCircleOrganizationChart"/>
    <dgm:cxn modelId="{3B225721-5A68-4908-976A-456326CF8BB8}" srcId="{D2FB2843-E5BD-47E3-9FA7-023CBB62D90F}" destId="{946FE5A1-A7D0-4F74-9BA2-15C751C27FCD}" srcOrd="1" destOrd="0" parTransId="{24812162-8607-4FC7-90ED-77C1859E92BB}" sibTransId="{4738A236-FADE-4C2E-9594-2B7C2BEBB672}"/>
    <dgm:cxn modelId="{DF160E03-0D2C-4F51-86F6-7BE5FFF6929D}" type="presOf" srcId="{F6B7E100-FD7D-496E-9EBB-962BDEF4911C}" destId="{4955F461-6DE1-48FB-A41D-F1BDAA8A4C47}" srcOrd="0" destOrd="0" presId="urn:microsoft.com/office/officeart/2008/layout/HalfCircleOrganizationChart"/>
    <dgm:cxn modelId="{96A3571B-F5BC-4396-8AE0-CBA2548FD3B1}" srcId="{8051D62D-B456-426D-9865-4C8E3C712CDC}" destId="{A42D9BFA-27C7-4F66-8390-5E01A0167B17}" srcOrd="0" destOrd="0" parTransId="{A713388B-0CE9-4CDB-842B-9DC226806074}" sibTransId="{FABD8AE7-0729-4933-BA43-32EE5F86FDB5}"/>
    <dgm:cxn modelId="{00BF04B7-6A8F-48E2-9C8C-28C2C95C7E80}" type="presOf" srcId="{8E52D249-D1C7-486A-A0C7-6694560B7D68}" destId="{364D3902-B966-48A9-898D-4DC192E30226}" srcOrd="1" destOrd="0" presId="urn:microsoft.com/office/officeart/2008/layout/HalfCircleOrganizationChart"/>
    <dgm:cxn modelId="{906C26FE-46F3-4AA7-9CDD-DF9367A0397A}" type="presOf" srcId="{3FE82FF1-8AF0-4113-8963-9B3C337621A3}" destId="{0AEB155C-832F-4DE0-B82C-0D2C30BC547C}" srcOrd="0" destOrd="0" presId="urn:microsoft.com/office/officeart/2008/layout/HalfCircleOrganizationChart"/>
    <dgm:cxn modelId="{41686027-0BD6-4A9E-94EF-E2E7C0F684AC}" type="presOf" srcId="{E34FAD69-4308-4577-BC40-24DA222BD18E}" destId="{D903DB11-8891-4B09-9F0F-22123C55B8DE}" srcOrd="0" destOrd="0" presId="urn:microsoft.com/office/officeart/2008/layout/HalfCircleOrganizationChart"/>
    <dgm:cxn modelId="{0E0B972F-2D66-42E0-9CC3-D9230748FFBF}" type="presOf" srcId="{D84D9047-8EA0-485E-862B-B41195B6BC78}" destId="{36C24D2A-2A5E-41F1-8613-D4772F8597ED}" srcOrd="0" destOrd="0" presId="urn:microsoft.com/office/officeart/2008/layout/HalfCircleOrganizationChart"/>
    <dgm:cxn modelId="{D924F5B9-3E18-4E79-95D6-CFAFEB8070BE}" type="presOf" srcId="{C0DE7315-0247-4599-82D9-7E6A2C062BB0}" destId="{D8015206-DD25-4FBD-B69A-301461017957}" srcOrd="0" destOrd="0" presId="urn:microsoft.com/office/officeart/2008/layout/HalfCircleOrganizationChart"/>
    <dgm:cxn modelId="{9BBF051C-3DD2-4EBB-83D5-795A9EE13FDF}" type="presOf" srcId="{F9B7250B-2FF3-4DEE-878F-D043A422757E}" destId="{FD6E65C1-C0C6-4CCF-AD03-927CFFD1348E}" srcOrd="0" destOrd="0" presId="urn:microsoft.com/office/officeart/2008/layout/HalfCircleOrganizationChart"/>
    <dgm:cxn modelId="{2D9AB64F-715E-4F94-AB7D-CEE59BC42379}" srcId="{F57E0442-F474-4E35-8C68-258B488DDE24}" destId="{A28C9234-4BD4-4884-87E7-B12C6CA544AD}" srcOrd="1" destOrd="0" parTransId="{76F5BC5D-A07B-4249-AAF1-5D37DA78AE1D}" sibTransId="{943CE1BD-4815-498A-96BC-3C076D89DA98}"/>
    <dgm:cxn modelId="{7DEE7741-4700-47A1-871B-250C3FA9EA53}" type="presOf" srcId="{7C2037DD-B5E2-4FDE-93FD-9EC81E7A6791}" destId="{95715D25-2BBD-4CE7-A067-E814BE5E3C9D}" srcOrd="1" destOrd="0" presId="urn:microsoft.com/office/officeart/2008/layout/HalfCircleOrganizationChart"/>
    <dgm:cxn modelId="{934C64BD-197E-4D1A-8665-288A34EB5AB2}" type="presOf" srcId="{FB91CD09-9A22-4EF7-83B9-93CAF6F9D47B}" destId="{D4D8B44B-1865-4AB3-BF6B-A71A52D973E8}" srcOrd="0" destOrd="0" presId="urn:microsoft.com/office/officeart/2008/layout/HalfCircleOrganizationChart"/>
    <dgm:cxn modelId="{6F042AA4-F555-4B47-88D1-4D7B27AB4F34}" srcId="{2F18F45F-FB62-4279-B99C-EDF71112766B}" destId="{37D30272-F3FA-4262-9944-B7AAAACD0BFE}" srcOrd="2" destOrd="0" parTransId="{D84D9047-8EA0-485E-862B-B41195B6BC78}" sibTransId="{814EDB0F-E23B-4CDC-8053-3EAAAD25446E}"/>
    <dgm:cxn modelId="{2F3566D7-110D-414B-8E60-C6C7A69FDF31}" type="presOf" srcId="{76F5BC5D-A07B-4249-AAF1-5D37DA78AE1D}" destId="{D4D89D6B-CA04-4BC8-9110-C3388EF9AE23}" srcOrd="0" destOrd="0" presId="urn:microsoft.com/office/officeart/2008/layout/HalfCircleOrganizationChart"/>
    <dgm:cxn modelId="{9B597F89-1B7A-47F4-8B01-07CA75A509E2}" srcId="{AB657894-8145-4DC0-97B7-A9FC19650B16}" destId="{F6B7E100-FD7D-496E-9EBB-962BDEF4911C}" srcOrd="0" destOrd="0" parTransId="{E30EAE62-02A9-43BE-9350-588C621DED27}" sibTransId="{53BCD0B7-BC18-4176-97CD-CA6B61818AA0}"/>
    <dgm:cxn modelId="{18AEED55-722A-4B8B-91E1-475D11245BA6}" type="presParOf" srcId="{44C9DE57-F806-4390-8DFB-19CA5844625F}" destId="{B6FC441F-2634-425E-81C0-0F1AC248DBE8}" srcOrd="0" destOrd="0" presId="urn:microsoft.com/office/officeart/2008/layout/HalfCircleOrganizationChart"/>
    <dgm:cxn modelId="{B78CAFA5-5E14-4557-869D-586572694889}" type="presParOf" srcId="{B6FC441F-2634-425E-81C0-0F1AC248DBE8}" destId="{A77F409F-8ADB-4E3F-BE91-82EA9C9BEB16}" srcOrd="0" destOrd="0" presId="urn:microsoft.com/office/officeart/2008/layout/HalfCircleOrganizationChart"/>
    <dgm:cxn modelId="{5DBA792D-BA04-48AB-9AF1-6133BDD2638C}" type="presParOf" srcId="{A77F409F-8ADB-4E3F-BE91-82EA9C9BEB16}" destId="{B3891939-AE0F-4781-9412-B55DA060910D}" srcOrd="0" destOrd="0" presId="urn:microsoft.com/office/officeart/2008/layout/HalfCircleOrganizationChart"/>
    <dgm:cxn modelId="{7F4953CA-03B0-48E8-9C11-5824AB9A1DE3}" type="presParOf" srcId="{A77F409F-8ADB-4E3F-BE91-82EA9C9BEB16}" destId="{811AE205-FE44-4154-83C2-A3AFF06C43BF}" srcOrd="1" destOrd="0" presId="urn:microsoft.com/office/officeart/2008/layout/HalfCircleOrganizationChart"/>
    <dgm:cxn modelId="{BDA12CAA-18D6-4BED-8EC0-437D20D85F55}" type="presParOf" srcId="{A77F409F-8ADB-4E3F-BE91-82EA9C9BEB16}" destId="{11F75B0E-F2DB-4760-9A9A-42DA28A0C234}" srcOrd="2" destOrd="0" presId="urn:microsoft.com/office/officeart/2008/layout/HalfCircleOrganizationChart"/>
    <dgm:cxn modelId="{B90C1B9C-AF0D-40A1-BE2E-5485044F5EEB}" type="presParOf" srcId="{A77F409F-8ADB-4E3F-BE91-82EA9C9BEB16}" destId="{F94FB146-F5A2-4559-9E61-8B8FEB053EC8}" srcOrd="3" destOrd="0" presId="urn:microsoft.com/office/officeart/2008/layout/HalfCircleOrganizationChart"/>
    <dgm:cxn modelId="{8E77FCA6-1DBE-4DC5-A1C8-731CEF7BC263}" type="presParOf" srcId="{B6FC441F-2634-425E-81C0-0F1AC248DBE8}" destId="{72F5EA9E-8B59-4C1D-B3C9-A1525C372F03}" srcOrd="1" destOrd="0" presId="urn:microsoft.com/office/officeart/2008/layout/HalfCircleOrganizationChart"/>
    <dgm:cxn modelId="{9BD8EAEB-867E-4D04-8527-07BCA76DA1A1}" type="presParOf" srcId="{B6FC441F-2634-425E-81C0-0F1AC248DBE8}" destId="{5D6E0B0F-A56D-4826-974D-C4E3989CFD0B}" srcOrd="2" destOrd="0" presId="urn:microsoft.com/office/officeart/2008/layout/HalfCircleOrganizationChart"/>
    <dgm:cxn modelId="{F558DE1F-0CB9-4928-964F-D789316F1458}" type="presParOf" srcId="{44C9DE57-F806-4390-8DFB-19CA5844625F}" destId="{9F2E8ABD-A70C-4F61-B7BB-F6F17B5CDE3D}" srcOrd="1" destOrd="0" presId="urn:microsoft.com/office/officeart/2008/layout/HalfCircleOrganizationChart"/>
    <dgm:cxn modelId="{1C8E8CE6-D1CB-447A-9455-8CA5DE6C869A}" type="presParOf" srcId="{9F2E8ABD-A70C-4F61-B7BB-F6F17B5CDE3D}" destId="{4FC73A4B-405F-4F8F-AB49-C429E2A2F780}" srcOrd="0" destOrd="0" presId="urn:microsoft.com/office/officeart/2008/layout/HalfCircleOrganizationChart"/>
    <dgm:cxn modelId="{835360C7-3474-4BAA-8F2B-3D905722F50A}" type="presParOf" srcId="{4FC73A4B-405F-4F8F-AB49-C429E2A2F780}" destId="{8D87E7CA-7F43-44CA-9355-4D5208219066}" srcOrd="0" destOrd="0" presId="urn:microsoft.com/office/officeart/2008/layout/HalfCircleOrganizationChart"/>
    <dgm:cxn modelId="{F10FB8A4-62EE-4341-9550-0EFB1093EBA0}" type="presParOf" srcId="{4FC73A4B-405F-4F8F-AB49-C429E2A2F780}" destId="{63A6F72F-4038-439B-AB5F-65202F125212}" srcOrd="1" destOrd="0" presId="urn:microsoft.com/office/officeart/2008/layout/HalfCircleOrganizationChart"/>
    <dgm:cxn modelId="{2809C123-22A1-4CEC-9BF0-58FD0B3CAF77}" type="presParOf" srcId="{4FC73A4B-405F-4F8F-AB49-C429E2A2F780}" destId="{A5D48A0A-A04C-4818-AE83-083C61F889A9}" srcOrd="2" destOrd="0" presId="urn:microsoft.com/office/officeart/2008/layout/HalfCircleOrganizationChart"/>
    <dgm:cxn modelId="{2057F6A4-E94F-4DF1-9ACA-7DFF068B9F58}" type="presParOf" srcId="{4FC73A4B-405F-4F8F-AB49-C429E2A2F780}" destId="{66E2454F-8942-4655-8D93-C1DD77EDBEAF}" srcOrd="3" destOrd="0" presId="urn:microsoft.com/office/officeart/2008/layout/HalfCircleOrganizationChart"/>
    <dgm:cxn modelId="{31B99D40-274C-47B8-A8D5-CB594FC0B3BB}" type="presParOf" srcId="{9F2E8ABD-A70C-4F61-B7BB-F6F17B5CDE3D}" destId="{708658E0-7860-4CF8-A2B8-1ECBE1909534}" srcOrd="1" destOrd="0" presId="urn:microsoft.com/office/officeart/2008/layout/HalfCircleOrganizationChart"/>
    <dgm:cxn modelId="{C7E9ECFF-A991-491C-8D44-991FFE579193}" type="presParOf" srcId="{708658E0-7860-4CF8-A2B8-1ECBE1909534}" destId="{FD6E65C1-C0C6-4CCF-AD03-927CFFD1348E}" srcOrd="0" destOrd="0" presId="urn:microsoft.com/office/officeart/2008/layout/HalfCircleOrganizationChart"/>
    <dgm:cxn modelId="{DFBC834B-53DC-43EE-9988-6CAAF021D69B}" type="presParOf" srcId="{708658E0-7860-4CF8-A2B8-1ECBE1909534}" destId="{1FEFD406-6811-4CC8-A4A1-F9D2AF735DDF}" srcOrd="1" destOrd="0" presId="urn:microsoft.com/office/officeart/2008/layout/HalfCircleOrganizationChart"/>
    <dgm:cxn modelId="{0B7A2973-3747-4BA5-9794-5FC5CFFA0C28}" type="presParOf" srcId="{1FEFD406-6811-4CC8-A4A1-F9D2AF735DDF}" destId="{B6D0974D-D40C-48DB-B8FE-890BF5AA66D6}" srcOrd="0" destOrd="0" presId="urn:microsoft.com/office/officeart/2008/layout/HalfCircleOrganizationChart"/>
    <dgm:cxn modelId="{691457ED-307E-4926-8C6F-71642E847984}" type="presParOf" srcId="{B6D0974D-D40C-48DB-B8FE-890BF5AA66D6}" destId="{0BCC3614-2A36-4A1F-900A-0AEABEDB1302}" srcOrd="0" destOrd="0" presId="urn:microsoft.com/office/officeart/2008/layout/HalfCircleOrganizationChart"/>
    <dgm:cxn modelId="{480215D0-9CE7-458E-898B-EB44CD304E72}" type="presParOf" srcId="{B6D0974D-D40C-48DB-B8FE-890BF5AA66D6}" destId="{1ACF61A6-A3E7-4076-8D35-CCBEB93AD7E3}" srcOrd="1" destOrd="0" presId="urn:microsoft.com/office/officeart/2008/layout/HalfCircleOrganizationChart"/>
    <dgm:cxn modelId="{A713458C-4CF1-4CDF-94CE-E41EC01C0A8D}" type="presParOf" srcId="{B6D0974D-D40C-48DB-B8FE-890BF5AA66D6}" destId="{5092D10D-72BD-4E29-8D11-23A84EBEA4AE}" srcOrd="2" destOrd="0" presId="urn:microsoft.com/office/officeart/2008/layout/HalfCircleOrganizationChart"/>
    <dgm:cxn modelId="{0021A840-D6D4-4792-8C3F-96D042B920B5}" type="presParOf" srcId="{B6D0974D-D40C-48DB-B8FE-890BF5AA66D6}" destId="{E7C82F92-C1A5-4BDD-96BA-B5E516014C6D}" srcOrd="3" destOrd="0" presId="urn:microsoft.com/office/officeart/2008/layout/HalfCircleOrganizationChart"/>
    <dgm:cxn modelId="{BEF5FA42-51C2-4E85-9B8B-3E0B225210D9}" type="presParOf" srcId="{1FEFD406-6811-4CC8-A4A1-F9D2AF735DDF}" destId="{DF73E25B-47A0-4C38-B1D0-0FDA6F0D1086}" srcOrd="1" destOrd="0" presId="urn:microsoft.com/office/officeart/2008/layout/HalfCircleOrganizationChart"/>
    <dgm:cxn modelId="{B519C735-8EC1-48B1-87E8-301600E1C0D0}" type="presParOf" srcId="{DF73E25B-47A0-4C38-B1D0-0FDA6F0D1086}" destId="{673B4BE6-63B1-425B-A36D-640AFAAEE841}" srcOrd="0" destOrd="0" presId="urn:microsoft.com/office/officeart/2008/layout/HalfCircleOrganizationChart"/>
    <dgm:cxn modelId="{6470DDA5-FDEC-478F-B308-E4F89D844031}" type="presParOf" srcId="{DF73E25B-47A0-4C38-B1D0-0FDA6F0D1086}" destId="{8B43B335-52CF-46A0-B760-C1B5398EAB07}" srcOrd="1" destOrd="0" presId="urn:microsoft.com/office/officeart/2008/layout/HalfCircleOrganizationChart"/>
    <dgm:cxn modelId="{5598EE4F-B316-4F24-954D-8D9DC94056D1}" type="presParOf" srcId="{8B43B335-52CF-46A0-B760-C1B5398EAB07}" destId="{769C0450-FEE5-4C5B-B53E-789DE3642D48}" srcOrd="0" destOrd="0" presId="urn:microsoft.com/office/officeart/2008/layout/HalfCircleOrganizationChart"/>
    <dgm:cxn modelId="{1BA8A675-865A-4110-8BD5-824022CFD2B6}" type="presParOf" srcId="{769C0450-FEE5-4C5B-B53E-789DE3642D48}" destId="{6C552E88-9B8A-4885-ABE8-9603E7A6EC25}" srcOrd="0" destOrd="0" presId="urn:microsoft.com/office/officeart/2008/layout/HalfCircleOrganizationChart"/>
    <dgm:cxn modelId="{A25203A3-E8FE-43FB-9914-2C578F3B7ECD}" type="presParOf" srcId="{769C0450-FEE5-4C5B-B53E-789DE3642D48}" destId="{012D3DB1-21B1-4036-9A96-52C3F95C2FCD}" srcOrd="1" destOrd="0" presId="urn:microsoft.com/office/officeart/2008/layout/HalfCircleOrganizationChart"/>
    <dgm:cxn modelId="{87ABE334-FA8A-4616-94D2-2E5D1C756715}" type="presParOf" srcId="{769C0450-FEE5-4C5B-B53E-789DE3642D48}" destId="{D8E04994-B43F-43B1-BEE6-5505FF3492F9}" srcOrd="2" destOrd="0" presId="urn:microsoft.com/office/officeart/2008/layout/HalfCircleOrganizationChart"/>
    <dgm:cxn modelId="{9309349E-F907-4CD4-A7AB-B804C0BBE718}" type="presParOf" srcId="{769C0450-FEE5-4C5B-B53E-789DE3642D48}" destId="{95715D25-2BBD-4CE7-A067-E814BE5E3C9D}" srcOrd="3" destOrd="0" presId="urn:microsoft.com/office/officeart/2008/layout/HalfCircleOrganizationChart"/>
    <dgm:cxn modelId="{B1AB13DB-1500-4BF9-B094-64946EBB08DE}" type="presParOf" srcId="{8B43B335-52CF-46A0-B760-C1B5398EAB07}" destId="{ADCE0D5B-6F9B-4D3E-A2AE-6E4235B48A1A}" srcOrd="1" destOrd="0" presId="urn:microsoft.com/office/officeart/2008/layout/HalfCircleOrganizationChart"/>
    <dgm:cxn modelId="{C3C66114-61E6-453F-B161-D9F520277BC7}" type="presParOf" srcId="{8B43B335-52CF-46A0-B760-C1B5398EAB07}" destId="{B140AF36-8837-4F2F-B2F5-243AAED44EEA}" srcOrd="2" destOrd="0" presId="urn:microsoft.com/office/officeart/2008/layout/HalfCircleOrganizationChart"/>
    <dgm:cxn modelId="{2DDDD1F7-CCA8-4DDA-AA22-7DA4E20A0E04}" type="presParOf" srcId="{DF73E25B-47A0-4C38-B1D0-0FDA6F0D1086}" destId="{540BAE32-274B-4968-B410-B46932D6A600}" srcOrd="2" destOrd="0" presId="urn:microsoft.com/office/officeart/2008/layout/HalfCircleOrganizationChart"/>
    <dgm:cxn modelId="{55E37A53-7050-4476-88A8-7B5F1B00BCF7}" type="presParOf" srcId="{DF73E25B-47A0-4C38-B1D0-0FDA6F0D1086}" destId="{F7FC2024-B349-4BA0-9372-025E3FB05A36}" srcOrd="3" destOrd="0" presId="urn:microsoft.com/office/officeart/2008/layout/HalfCircleOrganizationChart"/>
    <dgm:cxn modelId="{76879DDF-3977-40B2-9199-119426C973DF}" type="presParOf" srcId="{F7FC2024-B349-4BA0-9372-025E3FB05A36}" destId="{F7215518-DC51-4D46-90B2-0049024DAEDB}" srcOrd="0" destOrd="0" presId="urn:microsoft.com/office/officeart/2008/layout/HalfCircleOrganizationChart"/>
    <dgm:cxn modelId="{190CBB13-F003-4CF6-BFE8-80F423EA4ACE}" type="presParOf" srcId="{F7215518-DC51-4D46-90B2-0049024DAEDB}" destId="{18490715-BFDF-4BCD-8402-9560DE8C4F4C}" srcOrd="0" destOrd="0" presId="urn:microsoft.com/office/officeart/2008/layout/HalfCircleOrganizationChart"/>
    <dgm:cxn modelId="{907617D1-4A5F-437B-B188-95220077D219}" type="presParOf" srcId="{F7215518-DC51-4D46-90B2-0049024DAEDB}" destId="{CA7C6ACF-43D1-413B-A295-68F2ACB031EB}" srcOrd="1" destOrd="0" presId="urn:microsoft.com/office/officeart/2008/layout/HalfCircleOrganizationChart"/>
    <dgm:cxn modelId="{34E18E25-8226-42D8-888D-636CED1B6B62}" type="presParOf" srcId="{F7215518-DC51-4D46-90B2-0049024DAEDB}" destId="{8859F8C1-561F-440F-945A-A1A3E6FA3CAB}" srcOrd="2" destOrd="0" presId="urn:microsoft.com/office/officeart/2008/layout/HalfCircleOrganizationChart"/>
    <dgm:cxn modelId="{935C7ACE-2EA8-4501-904C-C43097D685F2}" type="presParOf" srcId="{F7215518-DC51-4D46-90B2-0049024DAEDB}" destId="{C47CD0A2-4358-4844-92F2-D2228046CD51}" srcOrd="3" destOrd="0" presId="urn:microsoft.com/office/officeart/2008/layout/HalfCircleOrganizationChart"/>
    <dgm:cxn modelId="{4A51F749-4B31-40A7-BF93-1125BFEE1757}" type="presParOf" srcId="{F7FC2024-B349-4BA0-9372-025E3FB05A36}" destId="{F146A674-06EE-4894-9105-2DF0212EF26C}" srcOrd="1" destOrd="0" presId="urn:microsoft.com/office/officeart/2008/layout/HalfCircleOrganizationChart"/>
    <dgm:cxn modelId="{FB0E0487-45ED-4393-8DDD-0F0B82B8E568}" type="presParOf" srcId="{F146A674-06EE-4894-9105-2DF0212EF26C}" destId="{D20A6444-1F2D-45FA-BFFF-32F7598ADA1A}" srcOrd="0" destOrd="0" presId="urn:microsoft.com/office/officeart/2008/layout/HalfCircleOrganizationChart"/>
    <dgm:cxn modelId="{0992A7FE-BD9B-401D-A627-289AC646D97F}" type="presParOf" srcId="{F146A674-06EE-4894-9105-2DF0212EF26C}" destId="{D0C9655F-B5E1-466B-B37C-3EA35F400313}" srcOrd="1" destOrd="0" presId="urn:microsoft.com/office/officeart/2008/layout/HalfCircleOrganizationChart"/>
    <dgm:cxn modelId="{B3FA7F00-7503-4A88-827A-E690BC582530}" type="presParOf" srcId="{D0C9655F-B5E1-466B-B37C-3EA35F400313}" destId="{F876803F-9D12-4320-8F57-9958E9F0D21F}" srcOrd="0" destOrd="0" presId="urn:microsoft.com/office/officeart/2008/layout/HalfCircleOrganizationChart"/>
    <dgm:cxn modelId="{0C0B3273-6F6B-4FCC-9676-0195E6AC1A58}" type="presParOf" srcId="{F876803F-9D12-4320-8F57-9958E9F0D21F}" destId="{C4CA7F9B-8D89-42A7-BE2E-E8171A720E34}" srcOrd="0" destOrd="0" presId="urn:microsoft.com/office/officeart/2008/layout/HalfCircleOrganizationChart"/>
    <dgm:cxn modelId="{208BD54E-C422-4143-9072-EAFE2E7CBDE7}" type="presParOf" srcId="{F876803F-9D12-4320-8F57-9958E9F0D21F}" destId="{5253D8C8-1B24-43A4-B547-EDC6D0482BC2}" srcOrd="1" destOrd="0" presId="urn:microsoft.com/office/officeart/2008/layout/HalfCircleOrganizationChart"/>
    <dgm:cxn modelId="{96B8216E-0235-4DAA-908F-95AC8FC66C68}" type="presParOf" srcId="{F876803F-9D12-4320-8F57-9958E9F0D21F}" destId="{9CDB7A7E-764C-4C84-A17C-0FE8BABBBEF7}" srcOrd="2" destOrd="0" presId="urn:microsoft.com/office/officeart/2008/layout/HalfCircleOrganizationChart"/>
    <dgm:cxn modelId="{3BCD0231-4821-44A7-9B0A-41A7454D4BB9}" type="presParOf" srcId="{F876803F-9D12-4320-8F57-9958E9F0D21F}" destId="{13FF09E2-E5B0-45DD-8320-BC2409DC922E}" srcOrd="3" destOrd="0" presId="urn:microsoft.com/office/officeart/2008/layout/HalfCircleOrganizationChart"/>
    <dgm:cxn modelId="{495435BC-1624-405D-8FF7-8686EA9F105B}" type="presParOf" srcId="{D0C9655F-B5E1-466B-B37C-3EA35F400313}" destId="{F8DD4C59-B4EC-445F-9D4E-33A9BB3DFD60}" srcOrd="1" destOrd="0" presId="urn:microsoft.com/office/officeart/2008/layout/HalfCircleOrganizationChart"/>
    <dgm:cxn modelId="{C4340AFE-9373-4EEB-8955-77A6ECA9D084}" type="presParOf" srcId="{F8DD4C59-B4EC-445F-9D4E-33A9BB3DFD60}" destId="{6C4C6067-7B7E-4DA4-A10A-9FBDCB2B4822}" srcOrd="0" destOrd="0" presId="urn:microsoft.com/office/officeart/2008/layout/HalfCircleOrganizationChart"/>
    <dgm:cxn modelId="{BF99EEC6-5BF6-40B3-A2D0-48645E373333}" type="presParOf" srcId="{F8DD4C59-B4EC-445F-9D4E-33A9BB3DFD60}" destId="{6704DF13-EA90-4FE0-A6AA-BA938286420D}" srcOrd="1" destOrd="0" presId="urn:microsoft.com/office/officeart/2008/layout/HalfCircleOrganizationChart"/>
    <dgm:cxn modelId="{93DFC489-C4A5-4AC1-81AA-03E57B4E23FD}" type="presParOf" srcId="{6704DF13-EA90-4FE0-A6AA-BA938286420D}" destId="{A26D07BD-98A2-42B0-95A9-55ED2DF56113}" srcOrd="0" destOrd="0" presId="urn:microsoft.com/office/officeart/2008/layout/HalfCircleOrganizationChart"/>
    <dgm:cxn modelId="{7CFB25F4-C164-4C47-B30E-FEA0D6159087}" type="presParOf" srcId="{A26D07BD-98A2-42B0-95A9-55ED2DF56113}" destId="{939D94E0-9A6D-4A8A-9661-8F83C6993775}" srcOrd="0" destOrd="0" presId="urn:microsoft.com/office/officeart/2008/layout/HalfCircleOrganizationChart"/>
    <dgm:cxn modelId="{5FD1470B-1546-4D62-B61D-1F0335F05D9A}" type="presParOf" srcId="{A26D07BD-98A2-42B0-95A9-55ED2DF56113}" destId="{3B3B0546-1C5B-4887-AAA8-504AD52B6026}" srcOrd="1" destOrd="0" presId="urn:microsoft.com/office/officeart/2008/layout/HalfCircleOrganizationChart"/>
    <dgm:cxn modelId="{0531CC1B-18F9-4BB0-9EB1-30EFC4EA3AF2}" type="presParOf" srcId="{A26D07BD-98A2-42B0-95A9-55ED2DF56113}" destId="{CFB616E6-FC78-4162-816F-C6FC4A972651}" srcOrd="2" destOrd="0" presId="urn:microsoft.com/office/officeart/2008/layout/HalfCircleOrganizationChart"/>
    <dgm:cxn modelId="{58CE9C42-3023-41E8-9803-664D529193A1}" type="presParOf" srcId="{A26D07BD-98A2-42B0-95A9-55ED2DF56113}" destId="{6839EDFA-C366-45E3-BDFC-B6FCCE229007}" srcOrd="3" destOrd="0" presId="urn:microsoft.com/office/officeart/2008/layout/HalfCircleOrganizationChart"/>
    <dgm:cxn modelId="{6EDD9F5E-5B3D-4C7C-AFB1-A9156E9AFCD3}" type="presParOf" srcId="{6704DF13-EA90-4FE0-A6AA-BA938286420D}" destId="{C32D7315-92EF-41CA-8153-FC2669BE4CCB}" srcOrd="1" destOrd="0" presId="urn:microsoft.com/office/officeart/2008/layout/HalfCircleOrganizationChart"/>
    <dgm:cxn modelId="{84E48381-48D6-4A71-9306-6629F13E1E13}" type="presParOf" srcId="{6704DF13-EA90-4FE0-A6AA-BA938286420D}" destId="{D6F53310-13DC-456B-9164-2037DD9E17EB}" srcOrd="2" destOrd="0" presId="urn:microsoft.com/office/officeart/2008/layout/HalfCircleOrganizationChart"/>
    <dgm:cxn modelId="{1DAA86C7-78CE-4728-A4FA-6A5E76FE95E6}" type="presParOf" srcId="{F8DD4C59-B4EC-445F-9D4E-33A9BB3DFD60}" destId="{D4D89D6B-CA04-4BC8-9110-C3388EF9AE23}" srcOrd="2" destOrd="0" presId="urn:microsoft.com/office/officeart/2008/layout/HalfCircleOrganizationChart"/>
    <dgm:cxn modelId="{8885AABB-B848-48A0-A6A5-1DCBD03FC216}" type="presParOf" srcId="{F8DD4C59-B4EC-445F-9D4E-33A9BB3DFD60}" destId="{9729416B-360A-41D9-A620-BDF6C3C8A31B}" srcOrd="3" destOrd="0" presId="urn:microsoft.com/office/officeart/2008/layout/HalfCircleOrganizationChart"/>
    <dgm:cxn modelId="{DA4B3143-B6F3-4A1C-948E-1F52302B4046}" type="presParOf" srcId="{9729416B-360A-41D9-A620-BDF6C3C8A31B}" destId="{BA512309-A638-4149-A0FF-E65438824980}" srcOrd="0" destOrd="0" presId="urn:microsoft.com/office/officeart/2008/layout/HalfCircleOrganizationChart"/>
    <dgm:cxn modelId="{7E2C4801-BCE7-4268-9762-FA78A2E24C66}" type="presParOf" srcId="{BA512309-A638-4149-A0FF-E65438824980}" destId="{72C0EB47-CF48-40D9-948C-406F503704F4}" srcOrd="0" destOrd="0" presId="urn:microsoft.com/office/officeart/2008/layout/HalfCircleOrganizationChart"/>
    <dgm:cxn modelId="{96281E85-0BBB-44C5-9168-C1A5514EDF14}" type="presParOf" srcId="{BA512309-A638-4149-A0FF-E65438824980}" destId="{713E8274-9843-4A07-9522-D797268BBE69}" srcOrd="1" destOrd="0" presId="urn:microsoft.com/office/officeart/2008/layout/HalfCircleOrganizationChart"/>
    <dgm:cxn modelId="{E4187C08-D80F-49F6-AB29-43CFDF324600}" type="presParOf" srcId="{BA512309-A638-4149-A0FF-E65438824980}" destId="{4D28891A-F525-4B6D-8FEA-F12AD0348A29}" srcOrd="2" destOrd="0" presId="urn:microsoft.com/office/officeart/2008/layout/HalfCircleOrganizationChart"/>
    <dgm:cxn modelId="{5727EE92-68C9-44CF-97B0-1FB0C6C41F5A}" type="presParOf" srcId="{BA512309-A638-4149-A0FF-E65438824980}" destId="{F57F5434-3681-4C9F-8E22-7BA2B2210881}" srcOrd="3" destOrd="0" presId="urn:microsoft.com/office/officeart/2008/layout/HalfCircleOrganizationChart"/>
    <dgm:cxn modelId="{946BE51A-4406-402E-B47A-D5AF7F9C5AC6}" type="presParOf" srcId="{9729416B-360A-41D9-A620-BDF6C3C8A31B}" destId="{8CC5EA97-E42E-4302-BD7D-CDB0FDB93A83}" srcOrd="1" destOrd="0" presId="urn:microsoft.com/office/officeart/2008/layout/HalfCircleOrganizationChart"/>
    <dgm:cxn modelId="{99003629-637A-467F-8D9F-DA8F6AF360C2}" type="presParOf" srcId="{9729416B-360A-41D9-A620-BDF6C3C8A31B}" destId="{A420A476-E740-44BD-ADD2-1E2B9BCC1395}" srcOrd="2" destOrd="0" presId="urn:microsoft.com/office/officeart/2008/layout/HalfCircleOrganizationChart"/>
    <dgm:cxn modelId="{10254EE6-5233-41D7-B279-3DE2A87DD53E}" type="presParOf" srcId="{F8DD4C59-B4EC-445F-9D4E-33A9BB3DFD60}" destId="{5C1FA8A7-0262-4344-9BD4-C0108EDFFBF8}" srcOrd="4" destOrd="0" presId="urn:microsoft.com/office/officeart/2008/layout/HalfCircleOrganizationChart"/>
    <dgm:cxn modelId="{4FE2598B-C5D4-4896-BF95-E6E117B9BD8D}" type="presParOf" srcId="{F8DD4C59-B4EC-445F-9D4E-33A9BB3DFD60}" destId="{825BEAB3-CD83-4AB3-9C92-0B87EC4487F5}" srcOrd="5" destOrd="0" presId="urn:microsoft.com/office/officeart/2008/layout/HalfCircleOrganizationChart"/>
    <dgm:cxn modelId="{54256F2F-AE1F-42EA-92CC-C356B7B0E2D3}" type="presParOf" srcId="{825BEAB3-CD83-4AB3-9C92-0B87EC4487F5}" destId="{AF83C0BD-F5CB-41B3-ACF7-80522E883D8C}" srcOrd="0" destOrd="0" presId="urn:microsoft.com/office/officeart/2008/layout/HalfCircleOrganizationChart"/>
    <dgm:cxn modelId="{210E6CA4-E444-4DC4-853E-1D7662E309B4}" type="presParOf" srcId="{AF83C0BD-F5CB-41B3-ACF7-80522E883D8C}" destId="{D8015206-DD25-4FBD-B69A-301461017957}" srcOrd="0" destOrd="0" presId="urn:microsoft.com/office/officeart/2008/layout/HalfCircleOrganizationChart"/>
    <dgm:cxn modelId="{BE7657C8-7722-4F93-AC23-DB51554036B4}" type="presParOf" srcId="{AF83C0BD-F5CB-41B3-ACF7-80522E883D8C}" destId="{0B7FF6D3-7FE8-4F4B-8FB2-1CD00271D16C}" srcOrd="1" destOrd="0" presId="urn:microsoft.com/office/officeart/2008/layout/HalfCircleOrganizationChart"/>
    <dgm:cxn modelId="{A488B7D3-A852-4962-8029-4126BF651ADF}" type="presParOf" srcId="{AF83C0BD-F5CB-41B3-ACF7-80522E883D8C}" destId="{EAA6C010-83FB-4307-A60E-5501741BC987}" srcOrd="2" destOrd="0" presId="urn:microsoft.com/office/officeart/2008/layout/HalfCircleOrganizationChart"/>
    <dgm:cxn modelId="{F6B1EE67-8E02-454D-8D00-B3492B563D5E}" type="presParOf" srcId="{AF83C0BD-F5CB-41B3-ACF7-80522E883D8C}" destId="{82E7B1B5-D1CA-4999-BFA6-2E5226F067C3}" srcOrd="3" destOrd="0" presId="urn:microsoft.com/office/officeart/2008/layout/HalfCircleOrganizationChart"/>
    <dgm:cxn modelId="{D6C4E1D2-44AB-4731-AAA1-ABD93C4EF91F}" type="presParOf" srcId="{825BEAB3-CD83-4AB3-9C92-0B87EC4487F5}" destId="{7875F304-A856-41B8-93A1-B3FF4793F9F5}" srcOrd="1" destOrd="0" presId="urn:microsoft.com/office/officeart/2008/layout/HalfCircleOrganizationChart"/>
    <dgm:cxn modelId="{EBDA3B4C-5024-4D29-82E0-570E420ED0C7}" type="presParOf" srcId="{825BEAB3-CD83-4AB3-9C92-0B87EC4487F5}" destId="{D1A1E59D-AC9C-45E3-BA5E-9C0EF73738FE}" srcOrd="2" destOrd="0" presId="urn:microsoft.com/office/officeart/2008/layout/HalfCircleOrganizationChart"/>
    <dgm:cxn modelId="{51474910-DA5E-480F-AF7E-1B267F7CE49F}" type="presParOf" srcId="{F8DD4C59-B4EC-445F-9D4E-33A9BB3DFD60}" destId="{A401D273-4232-4163-8896-F5270B31283D}" srcOrd="6" destOrd="0" presId="urn:microsoft.com/office/officeart/2008/layout/HalfCircleOrganizationChart"/>
    <dgm:cxn modelId="{CF8A1907-CC43-4761-973A-BB8B81A70AC1}" type="presParOf" srcId="{F8DD4C59-B4EC-445F-9D4E-33A9BB3DFD60}" destId="{4CD23ECD-AB17-4E98-84BE-39735DF6AFF3}" srcOrd="7" destOrd="0" presId="urn:microsoft.com/office/officeart/2008/layout/HalfCircleOrganizationChart"/>
    <dgm:cxn modelId="{CB686932-AB9C-4B0E-ABB1-FCBCDCC85BFB}" type="presParOf" srcId="{4CD23ECD-AB17-4E98-84BE-39735DF6AFF3}" destId="{043A092E-802D-488A-8AC2-7F5A40C9C6F2}" srcOrd="0" destOrd="0" presId="urn:microsoft.com/office/officeart/2008/layout/HalfCircleOrganizationChart"/>
    <dgm:cxn modelId="{66DFA0E4-330B-4673-85AC-DB28BD98CD56}" type="presParOf" srcId="{043A092E-802D-488A-8AC2-7F5A40C9C6F2}" destId="{E3B8CB81-41CB-4A96-B80A-4F1309C32F47}" srcOrd="0" destOrd="0" presId="urn:microsoft.com/office/officeart/2008/layout/HalfCircleOrganizationChart"/>
    <dgm:cxn modelId="{2150BE67-401D-46E7-B278-E9BC275D49D6}" type="presParOf" srcId="{043A092E-802D-488A-8AC2-7F5A40C9C6F2}" destId="{B2F5960F-16B0-4600-9F9C-3EEAF606A72C}" srcOrd="1" destOrd="0" presId="urn:microsoft.com/office/officeart/2008/layout/HalfCircleOrganizationChart"/>
    <dgm:cxn modelId="{554A4591-D766-414F-916F-41DB78D40EB4}" type="presParOf" srcId="{043A092E-802D-488A-8AC2-7F5A40C9C6F2}" destId="{43E52514-71FB-48BB-9348-8F91AEA18E7E}" srcOrd="2" destOrd="0" presId="urn:microsoft.com/office/officeart/2008/layout/HalfCircleOrganizationChart"/>
    <dgm:cxn modelId="{ADBC312F-A635-4F40-8A58-A27908DEE823}" type="presParOf" srcId="{043A092E-802D-488A-8AC2-7F5A40C9C6F2}" destId="{2047C987-E9CA-4174-BE91-9BF0AA2CDB9E}" srcOrd="3" destOrd="0" presId="urn:microsoft.com/office/officeart/2008/layout/HalfCircleOrganizationChart"/>
    <dgm:cxn modelId="{BAA0FB1B-EB0D-4592-B541-14F6A3840BAA}" type="presParOf" srcId="{4CD23ECD-AB17-4E98-84BE-39735DF6AFF3}" destId="{6905AB00-2937-49F5-8A35-0AB729B30241}" srcOrd="1" destOrd="0" presId="urn:microsoft.com/office/officeart/2008/layout/HalfCircleOrganizationChart"/>
    <dgm:cxn modelId="{B41E00F2-7D48-410C-8A1D-0712C7650A3E}" type="presParOf" srcId="{4CD23ECD-AB17-4E98-84BE-39735DF6AFF3}" destId="{9FB176F7-6E7F-41DA-B46B-D957B2A47709}" srcOrd="2" destOrd="0" presId="urn:microsoft.com/office/officeart/2008/layout/HalfCircleOrganizationChart"/>
    <dgm:cxn modelId="{AFA4E093-8EE6-4DBD-AA0E-A60362126DB0}" type="presParOf" srcId="{F8DD4C59-B4EC-445F-9D4E-33A9BB3DFD60}" destId="{58EA058A-08B4-460B-8AC1-8670B786A276}" srcOrd="8" destOrd="0" presId="urn:microsoft.com/office/officeart/2008/layout/HalfCircleOrganizationChart"/>
    <dgm:cxn modelId="{BABB9CFC-6E65-45AD-B9FC-927EF74B5404}" type="presParOf" srcId="{F8DD4C59-B4EC-445F-9D4E-33A9BB3DFD60}" destId="{CA4628A5-2B03-4D11-B2A9-3559319343C9}" srcOrd="9" destOrd="0" presId="urn:microsoft.com/office/officeart/2008/layout/HalfCircleOrganizationChart"/>
    <dgm:cxn modelId="{EC6C9EA6-CF9A-40F7-B86C-034D9ED5CFDF}" type="presParOf" srcId="{CA4628A5-2B03-4D11-B2A9-3559319343C9}" destId="{30C0D94F-9825-42FF-A041-5C316733CB0D}" srcOrd="0" destOrd="0" presId="urn:microsoft.com/office/officeart/2008/layout/HalfCircleOrganizationChart"/>
    <dgm:cxn modelId="{FA16224C-60A8-4EA8-A517-C2CCE8909725}" type="presParOf" srcId="{30C0D94F-9825-42FF-A041-5C316733CB0D}" destId="{65342826-59BF-4E33-A13B-0E24C60F9CAB}" srcOrd="0" destOrd="0" presId="urn:microsoft.com/office/officeart/2008/layout/HalfCircleOrganizationChart"/>
    <dgm:cxn modelId="{C40935B9-E0EA-483E-865F-5B4760599729}" type="presParOf" srcId="{30C0D94F-9825-42FF-A041-5C316733CB0D}" destId="{EDE93D52-370C-49D6-86AC-78D1CA698B5D}" srcOrd="1" destOrd="0" presId="urn:microsoft.com/office/officeart/2008/layout/HalfCircleOrganizationChart"/>
    <dgm:cxn modelId="{963B604B-78AF-4D53-BDFE-3E0A01C4F5AB}" type="presParOf" srcId="{30C0D94F-9825-42FF-A041-5C316733CB0D}" destId="{C211CE43-DF3E-4FEF-9612-945D81D08497}" srcOrd="2" destOrd="0" presId="urn:microsoft.com/office/officeart/2008/layout/HalfCircleOrganizationChart"/>
    <dgm:cxn modelId="{92500B96-DD92-4287-B874-AEAFED27170F}" type="presParOf" srcId="{30C0D94F-9825-42FF-A041-5C316733CB0D}" destId="{13741D17-DDCC-4EE3-9167-516FAEC72014}" srcOrd="3" destOrd="0" presId="urn:microsoft.com/office/officeart/2008/layout/HalfCircleOrganizationChart"/>
    <dgm:cxn modelId="{7E67DB89-8F0B-4822-9BEF-FEE7F87BD2A2}" type="presParOf" srcId="{CA4628A5-2B03-4D11-B2A9-3559319343C9}" destId="{93074F0A-E734-49A4-8952-445ABF71F48E}" srcOrd="1" destOrd="0" presId="urn:microsoft.com/office/officeart/2008/layout/HalfCircleOrganizationChart"/>
    <dgm:cxn modelId="{CA5D41FA-5BCF-49A4-BD2C-6C36F0C48FB0}" type="presParOf" srcId="{CA4628A5-2B03-4D11-B2A9-3559319343C9}" destId="{A77DA6F2-8C75-40A1-98A7-AB5D105F9DAF}" srcOrd="2" destOrd="0" presId="urn:microsoft.com/office/officeart/2008/layout/HalfCircleOrganizationChart"/>
    <dgm:cxn modelId="{0A9B160C-0B8F-4256-8D61-9BA5E817A1C5}" type="presParOf" srcId="{D0C9655F-B5E1-466B-B37C-3EA35F400313}" destId="{9C08B8EF-3E8E-4655-A657-1A0DAAD86B21}" srcOrd="2" destOrd="0" presId="urn:microsoft.com/office/officeart/2008/layout/HalfCircleOrganizationChart"/>
    <dgm:cxn modelId="{129C1931-1E51-40AD-8469-2013F4110F77}" type="presParOf" srcId="{F146A674-06EE-4894-9105-2DF0212EF26C}" destId="{065324E1-FDFE-478D-A5A3-6DA6545A64E0}" srcOrd="2" destOrd="0" presId="urn:microsoft.com/office/officeart/2008/layout/HalfCircleOrganizationChart"/>
    <dgm:cxn modelId="{F64E256D-B025-47E5-ACDD-4566D1AB2BC0}" type="presParOf" srcId="{F146A674-06EE-4894-9105-2DF0212EF26C}" destId="{662E6724-F256-4857-8D69-739583CBC561}" srcOrd="3" destOrd="0" presId="urn:microsoft.com/office/officeart/2008/layout/HalfCircleOrganizationChart"/>
    <dgm:cxn modelId="{B9559E60-2BEA-4F57-8F33-89E84231766A}" type="presParOf" srcId="{662E6724-F256-4857-8D69-739583CBC561}" destId="{6A27691B-9174-415F-B506-879F547811B5}" srcOrd="0" destOrd="0" presId="urn:microsoft.com/office/officeart/2008/layout/HalfCircleOrganizationChart"/>
    <dgm:cxn modelId="{E8410094-0133-4F16-A010-009AD9CEDE62}" type="presParOf" srcId="{6A27691B-9174-415F-B506-879F547811B5}" destId="{18624BEB-4A03-493F-877B-928A0565724A}" srcOrd="0" destOrd="0" presId="urn:microsoft.com/office/officeart/2008/layout/HalfCircleOrganizationChart"/>
    <dgm:cxn modelId="{0EB9EFC4-FC4D-4A33-9CE9-37B75B76A953}" type="presParOf" srcId="{6A27691B-9174-415F-B506-879F547811B5}" destId="{5FE7E78F-227C-4FD2-879C-23BE8D6E8836}" srcOrd="1" destOrd="0" presId="urn:microsoft.com/office/officeart/2008/layout/HalfCircleOrganizationChart"/>
    <dgm:cxn modelId="{BD329F32-FF3D-4D52-9100-D595BD0BDC03}" type="presParOf" srcId="{6A27691B-9174-415F-B506-879F547811B5}" destId="{CAD47AFB-4CA3-4CA6-B268-2E12D2147A28}" srcOrd="2" destOrd="0" presId="urn:microsoft.com/office/officeart/2008/layout/HalfCircleOrganizationChart"/>
    <dgm:cxn modelId="{6949B75A-7361-447D-9879-47EC8CF02193}" type="presParOf" srcId="{6A27691B-9174-415F-B506-879F547811B5}" destId="{EEDF1B12-FB7A-4DCE-94FE-FDA5CE70EB3A}" srcOrd="3" destOrd="0" presId="urn:microsoft.com/office/officeart/2008/layout/HalfCircleOrganizationChart"/>
    <dgm:cxn modelId="{6A9813DF-7C50-499A-A2CD-67B7604A6593}" type="presParOf" srcId="{662E6724-F256-4857-8D69-739583CBC561}" destId="{B3B6386A-A775-4319-B8A9-90D09311B621}" srcOrd="1" destOrd="0" presId="urn:microsoft.com/office/officeart/2008/layout/HalfCircleOrganizationChart"/>
    <dgm:cxn modelId="{C5A1CF98-CF4F-4860-A4E0-85D6DE11397A}" type="presParOf" srcId="{B3B6386A-A775-4319-B8A9-90D09311B621}" destId="{1C46085E-175B-4F57-809B-11072640EBC0}" srcOrd="0" destOrd="0" presId="urn:microsoft.com/office/officeart/2008/layout/HalfCircleOrganizationChart"/>
    <dgm:cxn modelId="{DF778462-F75B-4853-8A54-D9B60F03C243}" type="presParOf" srcId="{B3B6386A-A775-4319-B8A9-90D09311B621}" destId="{E40AB13F-F4DA-4C49-8D0F-B79D0F79B79E}" srcOrd="1" destOrd="0" presId="urn:microsoft.com/office/officeart/2008/layout/HalfCircleOrganizationChart"/>
    <dgm:cxn modelId="{944EB5FC-A9DE-4392-B6EB-FF7F4E72F552}" type="presParOf" srcId="{E40AB13F-F4DA-4C49-8D0F-B79D0F79B79E}" destId="{768CC0D2-E5FF-4844-A55D-4FDBB9B5B8A2}" srcOrd="0" destOrd="0" presId="urn:microsoft.com/office/officeart/2008/layout/HalfCircleOrganizationChart"/>
    <dgm:cxn modelId="{E068C957-704D-4B11-9618-6981DAE8A49F}" type="presParOf" srcId="{768CC0D2-E5FF-4844-A55D-4FDBB9B5B8A2}" destId="{07D75D44-C935-46B0-B90A-BF6FF53E9EF4}" srcOrd="0" destOrd="0" presId="urn:microsoft.com/office/officeart/2008/layout/HalfCircleOrganizationChart"/>
    <dgm:cxn modelId="{A4864D8D-4F0E-4937-89D9-972551C40FBE}" type="presParOf" srcId="{768CC0D2-E5FF-4844-A55D-4FDBB9B5B8A2}" destId="{C9AE0631-F774-4EA1-BC64-2D7F001841B4}" srcOrd="1" destOrd="0" presId="urn:microsoft.com/office/officeart/2008/layout/HalfCircleOrganizationChart"/>
    <dgm:cxn modelId="{AFB70BCC-9CCC-4E2C-B16D-B2F98D7B1DE3}" type="presParOf" srcId="{768CC0D2-E5FF-4844-A55D-4FDBB9B5B8A2}" destId="{18E3E8E2-B5D2-4838-AAA1-001BB649DC00}" srcOrd="2" destOrd="0" presId="urn:microsoft.com/office/officeart/2008/layout/HalfCircleOrganizationChart"/>
    <dgm:cxn modelId="{0D02EEB2-2104-465A-9798-91298B83FE11}" type="presParOf" srcId="{768CC0D2-E5FF-4844-A55D-4FDBB9B5B8A2}" destId="{97600890-A8A4-44A5-917A-D7DD681DB907}" srcOrd="3" destOrd="0" presId="urn:microsoft.com/office/officeart/2008/layout/HalfCircleOrganizationChart"/>
    <dgm:cxn modelId="{87BF860A-15BB-4E04-BE5F-FAE5009126C8}" type="presParOf" srcId="{E40AB13F-F4DA-4C49-8D0F-B79D0F79B79E}" destId="{8A967EB0-AF3E-4599-B632-84CA07909D26}" srcOrd="1" destOrd="0" presId="urn:microsoft.com/office/officeart/2008/layout/HalfCircleOrganizationChart"/>
    <dgm:cxn modelId="{32A87409-2B53-474E-BC3C-7B7CDD854517}" type="presParOf" srcId="{E40AB13F-F4DA-4C49-8D0F-B79D0F79B79E}" destId="{F5E1A376-FBFD-4EF6-926F-653863799C1E}" srcOrd="2" destOrd="0" presId="urn:microsoft.com/office/officeart/2008/layout/HalfCircleOrganizationChart"/>
    <dgm:cxn modelId="{E898AB9D-EBC2-43F7-B2E3-580E6E2F4EF7}" type="presParOf" srcId="{B3B6386A-A775-4319-B8A9-90D09311B621}" destId="{9A219FF5-7405-4C13-A642-3CAB53F94297}" srcOrd="2" destOrd="0" presId="urn:microsoft.com/office/officeart/2008/layout/HalfCircleOrganizationChart"/>
    <dgm:cxn modelId="{F8C03E35-17EC-4438-964E-5F31BE1F1103}" type="presParOf" srcId="{B3B6386A-A775-4319-B8A9-90D09311B621}" destId="{E6D70861-C6E1-43F5-9E2A-209AD66EB052}" srcOrd="3" destOrd="0" presId="urn:microsoft.com/office/officeart/2008/layout/HalfCircleOrganizationChart"/>
    <dgm:cxn modelId="{A037A57F-1D3C-45E7-93F2-54156D1CB120}" type="presParOf" srcId="{E6D70861-C6E1-43F5-9E2A-209AD66EB052}" destId="{2CC349F6-F77B-4671-B99B-225B2F2BC4F4}" srcOrd="0" destOrd="0" presId="urn:microsoft.com/office/officeart/2008/layout/HalfCircleOrganizationChart"/>
    <dgm:cxn modelId="{7DBC709C-C781-4501-8011-5D5B5448309C}" type="presParOf" srcId="{2CC349F6-F77B-4671-B99B-225B2F2BC4F4}" destId="{73804462-E553-4C00-A8C0-2F36693FEC6D}" srcOrd="0" destOrd="0" presId="urn:microsoft.com/office/officeart/2008/layout/HalfCircleOrganizationChart"/>
    <dgm:cxn modelId="{1C08B834-3C4B-4826-B040-685497A81D0F}" type="presParOf" srcId="{2CC349F6-F77B-4671-B99B-225B2F2BC4F4}" destId="{7E1AC952-F366-4F61-B830-BB016323DB0F}" srcOrd="1" destOrd="0" presId="urn:microsoft.com/office/officeart/2008/layout/HalfCircleOrganizationChart"/>
    <dgm:cxn modelId="{A34FC86B-7113-4570-A15D-1B8650424FEC}" type="presParOf" srcId="{2CC349F6-F77B-4671-B99B-225B2F2BC4F4}" destId="{FC75CD2C-1E78-46D1-ABD9-EFB3A645B05D}" srcOrd="2" destOrd="0" presId="urn:microsoft.com/office/officeart/2008/layout/HalfCircleOrganizationChart"/>
    <dgm:cxn modelId="{5DF36EB8-E002-486B-9783-CA736DF50A1E}" type="presParOf" srcId="{2CC349F6-F77B-4671-B99B-225B2F2BC4F4}" destId="{76DE2F84-9332-4DB5-B57E-8A1A13233A16}" srcOrd="3" destOrd="0" presId="urn:microsoft.com/office/officeart/2008/layout/HalfCircleOrganizationChart"/>
    <dgm:cxn modelId="{A0A9AE8F-985F-4CB9-AD95-AA5C08424294}" type="presParOf" srcId="{E6D70861-C6E1-43F5-9E2A-209AD66EB052}" destId="{0E6E4DCA-C0C9-449F-90D1-99795C19BECE}" srcOrd="1" destOrd="0" presId="urn:microsoft.com/office/officeart/2008/layout/HalfCircleOrganizationChart"/>
    <dgm:cxn modelId="{15EABB46-E8C2-4F8E-858D-AB299D26BE34}" type="presParOf" srcId="{E6D70861-C6E1-43F5-9E2A-209AD66EB052}" destId="{3F81F821-1029-4A5F-8015-5A52587E0CCF}" srcOrd="2" destOrd="0" presId="urn:microsoft.com/office/officeart/2008/layout/HalfCircleOrganizationChart"/>
    <dgm:cxn modelId="{7E6BE1A2-A66E-4A8C-A792-5C2E9E4FBEE5}" type="presParOf" srcId="{B3B6386A-A775-4319-B8A9-90D09311B621}" destId="{62761266-7698-4E12-84FE-E58F44938611}" srcOrd="4" destOrd="0" presId="urn:microsoft.com/office/officeart/2008/layout/HalfCircleOrganizationChart"/>
    <dgm:cxn modelId="{5E1EAD68-86A1-49B0-B281-9FEB14E8B785}" type="presParOf" srcId="{B3B6386A-A775-4319-B8A9-90D09311B621}" destId="{5A84637E-184D-4B2A-96D8-78B24DB00EC8}" srcOrd="5" destOrd="0" presId="urn:microsoft.com/office/officeart/2008/layout/HalfCircleOrganizationChart"/>
    <dgm:cxn modelId="{4592B2CD-F028-4823-8038-D4DBB8F1F63F}" type="presParOf" srcId="{5A84637E-184D-4B2A-96D8-78B24DB00EC8}" destId="{5AF56BEA-C8CA-447E-A925-8FC4E871F8D9}" srcOrd="0" destOrd="0" presId="urn:microsoft.com/office/officeart/2008/layout/HalfCircleOrganizationChart"/>
    <dgm:cxn modelId="{3100F701-97B6-4033-97DB-7764389B7AF7}" type="presParOf" srcId="{5AF56BEA-C8CA-447E-A925-8FC4E871F8D9}" destId="{F1146735-1878-4001-98FC-E7FDF5BFC108}" srcOrd="0" destOrd="0" presId="urn:microsoft.com/office/officeart/2008/layout/HalfCircleOrganizationChart"/>
    <dgm:cxn modelId="{314E08DA-2429-488A-B5F4-19C8C8F82561}" type="presParOf" srcId="{5AF56BEA-C8CA-447E-A925-8FC4E871F8D9}" destId="{D4572FAD-1661-4E2B-BA96-E490EF571EBC}" srcOrd="1" destOrd="0" presId="urn:microsoft.com/office/officeart/2008/layout/HalfCircleOrganizationChart"/>
    <dgm:cxn modelId="{E679FB5F-695B-4FE1-B21C-CE06C845CFA1}" type="presParOf" srcId="{5AF56BEA-C8CA-447E-A925-8FC4E871F8D9}" destId="{06A9B39D-0AE8-428F-A221-FB59A587F60B}" srcOrd="2" destOrd="0" presId="urn:microsoft.com/office/officeart/2008/layout/HalfCircleOrganizationChart"/>
    <dgm:cxn modelId="{ACD4228C-6E31-40B5-AFD5-DD84C54D5A61}" type="presParOf" srcId="{5AF56BEA-C8CA-447E-A925-8FC4E871F8D9}" destId="{7B5D3E2D-9685-48F1-A8FE-14175136F6B0}" srcOrd="3" destOrd="0" presId="urn:microsoft.com/office/officeart/2008/layout/HalfCircleOrganizationChart"/>
    <dgm:cxn modelId="{AAA3338C-A8E5-43DB-8000-3BD7F5F452C9}" type="presParOf" srcId="{5A84637E-184D-4B2A-96D8-78B24DB00EC8}" destId="{5CE2B47E-639F-424C-BC9F-32795E267781}" srcOrd="1" destOrd="0" presId="urn:microsoft.com/office/officeart/2008/layout/HalfCircleOrganizationChart"/>
    <dgm:cxn modelId="{6C2CF2AF-770F-4BE3-84BF-80A24E9F91EA}" type="presParOf" srcId="{5A84637E-184D-4B2A-96D8-78B24DB00EC8}" destId="{2AD7DD0B-C425-4D69-A240-BB0E7AE0F1BB}" srcOrd="2" destOrd="0" presId="urn:microsoft.com/office/officeart/2008/layout/HalfCircleOrganizationChart"/>
    <dgm:cxn modelId="{2CBD7870-7BCA-484F-B89C-47F32D96A375}" type="presParOf" srcId="{662E6724-F256-4857-8D69-739583CBC561}" destId="{F3573C09-B951-46C6-B8B4-266A3A339944}" srcOrd="2" destOrd="0" presId="urn:microsoft.com/office/officeart/2008/layout/HalfCircleOrganizationChart"/>
    <dgm:cxn modelId="{ED5F6B53-396A-4192-9FF8-253158920B2E}" type="presParOf" srcId="{F7FC2024-B349-4BA0-9372-025E3FB05A36}" destId="{46BD6FB1-8EC3-43B7-AC94-7B5CF786119D}" srcOrd="2" destOrd="0" presId="urn:microsoft.com/office/officeart/2008/layout/HalfCircleOrganizationChart"/>
    <dgm:cxn modelId="{E3943C0D-79DF-459B-B830-AB42F9515B18}" type="presParOf" srcId="{DF73E25B-47A0-4C38-B1D0-0FDA6F0D1086}" destId="{36C24D2A-2A5E-41F1-8613-D4772F8597ED}" srcOrd="4" destOrd="0" presId="urn:microsoft.com/office/officeart/2008/layout/HalfCircleOrganizationChart"/>
    <dgm:cxn modelId="{3B051CB5-EFBB-4E9D-A928-02E11F09BB3F}" type="presParOf" srcId="{DF73E25B-47A0-4C38-B1D0-0FDA6F0D1086}" destId="{57447AD2-B401-4D4C-BD88-C20A4B538E0E}" srcOrd="5" destOrd="0" presId="urn:microsoft.com/office/officeart/2008/layout/HalfCircleOrganizationChart"/>
    <dgm:cxn modelId="{B4B59D5C-AAB6-4FC4-9D56-18921829B713}" type="presParOf" srcId="{57447AD2-B401-4D4C-BD88-C20A4B538E0E}" destId="{8DF67D0E-62FC-45C8-B451-96217A8E67FE}" srcOrd="0" destOrd="0" presId="urn:microsoft.com/office/officeart/2008/layout/HalfCircleOrganizationChart"/>
    <dgm:cxn modelId="{A185BA96-4B75-4324-BCAD-4F7F25F802DE}" type="presParOf" srcId="{8DF67D0E-62FC-45C8-B451-96217A8E67FE}" destId="{9FF5333F-F17C-412B-B7E6-6A243C1E4EDE}" srcOrd="0" destOrd="0" presId="urn:microsoft.com/office/officeart/2008/layout/HalfCircleOrganizationChart"/>
    <dgm:cxn modelId="{685E19BF-FDED-4D9C-B2D4-8351C4189AC3}" type="presParOf" srcId="{8DF67D0E-62FC-45C8-B451-96217A8E67FE}" destId="{CF9E88ED-9220-4FA8-9DCD-C26C99FA7712}" srcOrd="1" destOrd="0" presId="urn:microsoft.com/office/officeart/2008/layout/HalfCircleOrganizationChart"/>
    <dgm:cxn modelId="{8DD5AE17-9077-4D7B-86E0-63B138626032}" type="presParOf" srcId="{8DF67D0E-62FC-45C8-B451-96217A8E67FE}" destId="{E3B8727E-CBF7-4949-9865-AC6502858ECE}" srcOrd="2" destOrd="0" presId="urn:microsoft.com/office/officeart/2008/layout/HalfCircleOrganizationChart"/>
    <dgm:cxn modelId="{B5A71E00-B8E6-404D-85DA-28C82B48FE60}" type="presParOf" srcId="{8DF67D0E-62FC-45C8-B451-96217A8E67FE}" destId="{6F64EEC0-30A1-4E69-B809-A1EA35B04E3E}" srcOrd="3" destOrd="0" presId="urn:microsoft.com/office/officeart/2008/layout/HalfCircleOrganizationChart"/>
    <dgm:cxn modelId="{C3200E8F-C01A-4462-8D21-E840374FA2AB}" type="presParOf" srcId="{57447AD2-B401-4D4C-BD88-C20A4B538E0E}" destId="{EB9062CE-80ED-46DD-AC54-F5588DC33DF4}" srcOrd="1" destOrd="0" presId="urn:microsoft.com/office/officeart/2008/layout/HalfCircleOrganizationChart"/>
    <dgm:cxn modelId="{FBA8C801-F3EB-49F3-886F-41CA6F58AEFB}" type="presParOf" srcId="{EB9062CE-80ED-46DD-AC54-F5588DC33DF4}" destId="{55818CE5-2865-4F8D-8D02-A6F1DE127E4D}" srcOrd="0" destOrd="0" presId="urn:microsoft.com/office/officeart/2008/layout/HalfCircleOrganizationChart"/>
    <dgm:cxn modelId="{4430D6A4-8157-4CEB-B458-A9FC141529BE}" type="presParOf" srcId="{EB9062CE-80ED-46DD-AC54-F5588DC33DF4}" destId="{988D8466-D714-4AFC-86A6-FE1DBE04034E}" srcOrd="1" destOrd="0" presId="urn:microsoft.com/office/officeart/2008/layout/HalfCircleOrganizationChart"/>
    <dgm:cxn modelId="{6CF1A994-CCD7-4AF6-9117-A898B24625AC}" type="presParOf" srcId="{988D8466-D714-4AFC-86A6-FE1DBE04034E}" destId="{87AC64A4-B477-41CC-A4DE-2BA71BD0DD54}" srcOrd="0" destOrd="0" presId="urn:microsoft.com/office/officeart/2008/layout/HalfCircleOrganizationChart"/>
    <dgm:cxn modelId="{16C51EE4-868A-4C57-AC94-945EDDC7FE11}" type="presParOf" srcId="{87AC64A4-B477-41CC-A4DE-2BA71BD0DD54}" destId="{17A59D8C-2FDB-433F-946B-98BC343E74DA}" srcOrd="0" destOrd="0" presId="urn:microsoft.com/office/officeart/2008/layout/HalfCircleOrganizationChart"/>
    <dgm:cxn modelId="{628C3C04-E637-49B4-91AB-1BFC380E3D7D}" type="presParOf" srcId="{87AC64A4-B477-41CC-A4DE-2BA71BD0DD54}" destId="{99FBEB65-F7F7-439A-AC23-1883A9E9D629}" srcOrd="1" destOrd="0" presId="urn:microsoft.com/office/officeart/2008/layout/HalfCircleOrganizationChart"/>
    <dgm:cxn modelId="{4C5D9F02-9227-4E15-9D2D-5CAEDC83E126}" type="presParOf" srcId="{87AC64A4-B477-41CC-A4DE-2BA71BD0DD54}" destId="{3816AFC5-C40B-4A86-A756-2D12CDBD24FA}" srcOrd="2" destOrd="0" presId="urn:microsoft.com/office/officeart/2008/layout/HalfCircleOrganizationChart"/>
    <dgm:cxn modelId="{68125209-B58A-426C-A217-D02B795860E1}" type="presParOf" srcId="{87AC64A4-B477-41CC-A4DE-2BA71BD0DD54}" destId="{770AC3E3-CFBA-4598-872E-EA846968BF00}" srcOrd="3" destOrd="0" presId="urn:microsoft.com/office/officeart/2008/layout/HalfCircleOrganizationChart"/>
    <dgm:cxn modelId="{BCA75B6D-1D50-4B40-89BD-FD1BEF07EF70}" type="presParOf" srcId="{988D8466-D714-4AFC-86A6-FE1DBE04034E}" destId="{79A292F8-0476-4F93-81F5-0E8FAF35A656}" srcOrd="1" destOrd="0" presId="urn:microsoft.com/office/officeart/2008/layout/HalfCircleOrganizationChart"/>
    <dgm:cxn modelId="{55462C89-2F85-44C5-BC0A-E2E14E442479}" type="presParOf" srcId="{79A292F8-0476-4F93-81F5-0E8FAF35A656}" destId="{3C1304A4-8B3C-46CF-8439-01E7A4695563}" srcOrd="0" destOrd="0" presId="urn:microsoft.com/office/officeart/2008/layout/HalfCircleOrganizationChart"/>
    <dgm:cxn modelId="{997672C8-0AF7-4223-B559-6DBAE72D0BD1}" type="presParOf" srcId="{79A292F8-0476-4F93-81F5-0E8FAF35A656}" destId="{5FC4A271-ED0D-44A4-8D6E-346FA292A6CC}" srcOrd="1" destOrd="0" presId="urn:microsoft.com/office/officeart/2008/layout/HalfCircleOrganizationChart"/>
    <dgm:cxn modelId="{166AD3F5-1CF9-47FE-9DCF-D6D8509C604F}" type="presParOf" srcId="{5FC4A271-ED0D-44A4-8D6E-346FA292A6CC}" destId="{400CA57C-1D66-4FC4-BC84-1FF3FF0E16E2}" srcOrd="0" destOrd="0" presId="urn:microsoft.com/office/officeart/2008/layout/HalfCircleOrganizationChart"/>
    <dgm:cxn modelId="{8F23D6E9-F10A-4E47-862F-81FEA2C9FF35}" type="presParOf" srcId="{400CA57C-1D66-4FC4-BC84-1FF3FF0E16E2}" destId="{67DF1C99-F390-405F-ADC2-78A2C56A727E}" srcOrd="0" destOrd="0" presId="urn:microsoft.com/office/officeart/2008/layout/HalfCircleOrganizationChart"/>
    <dgm:cxn modelId="{C4DFCFF0-E005-4C69-88D3-5DFB994EBB4C}" type="presParOf" srcId="{400CA57C-1D66-4FC4-BC84-1FF3FF0E16E2}" destId="{F7EDEF39-D164-46DB-A2CB-554254DA31DE}" srcOrd="1" destOrd="0" presId="urn:microsoft.com/office/officeart/2008/layout/HalfCircleOrganizationChart"/>
    <dgm:cxn modelId="{1E9F241D-932D-48EE-97BA-19083CDDFE00}" type="presParOf" srcId="{400CA57C-1D66-4FC4-BC84-1FF3FF0E16E2}" destId="{64F482E4-40C2-4811-9C12-704C23AA26C1}" srcOrd="2" destOrd="0" presId="urn:microsoft.com/office/officeart/2008/layout/HalfCircleOrganizationChart"/>
    <dgm:cxn modelId="{06C16813-EE52-4B2B-9936-305C8E594706}" type="presParOf" srcId="{400CA57C-1D66-4FC4-BC84-1FF3FF0E16E2}" destId="{893E67E0-6549-4086-A841-457C3604E9B3}" srcOrd="3" destOrd="0" presId="urn:microsoft.com/office/officeart/2008/layout/HalfCircleOrganizationChart"/>
    <dgm:cxn modelId="{B97FFB09-D6C9-4F9D-A9F3-0271DBEFEB3C}" type="presParOf" srcId="{5FC4A271-ED0D-44A4-8D6E-346FA292A6CC}" destId="{86DADEFC-8FB0-492E-8F58-AC7EF8D0431F}" srcOrd="1" destOrd="0" presId="urn:microsoft.com/office/officeart/2008/layout/HalfCircleOrganizationChart"/>
    <dgm:cxn modelId="{D2987D9D-FDFB-4AA1-95BA-126F2D1EDA4C}" type="presParOf" srcId="{5FC4A271-ED0D-44A4-8D6E-346FA292A6CC}" destId="{2C5368FF-6DC6-4C97-9993-2CA8A2407973}" srcOrd="2" destOrd="0" presId="urn:microsoft.com/office/officeart/2008/layout/HalfCircleOrganizationChart"/>
    <dgm:cxn modelId="{E22BC8A4-6AF3-416F-BD25-466C0C7578D4}" type="presParOf" srcId="{79A292F8-0476-4F93-81F5-0E8FAF35A656}" destId="{606623D1-4B4E-43F5-AF03-93D1D0EAB429}" srcOrd="2" destOrd="0" presId="urn:microsoft.com/office/officeart/2008/layout/HalfCircleOrganizationChart"/>
    <dgm:cxn modelId="{7615F989-43A6-4FDA-8D78-E3DA8732F956}" type="presParOf" srcId="{79A292F8-0476-4F93-81F5-0E8FAF35A656}" destId="{3EADD4AB-D007-4FFB-9407-7759D3168119}" srcOrd="3" destOrd="0" presId="urn:microsoft.com/office/officeart/2008/layout/HalfCircleOrganizationChart"/>
    <dgm:cxn modelId="{57C6C626-93E3-48BA-A86A-E02B43B66302}" type="presParOf" srcId="{3EADD4AB-D007-4FFB-9407-7759D3168119}" destId="{784554A3-A890-492A-A4B8-CEC627F9937A}" srcOrd="0" destOrd="0" presId="urn:microsoft.com/office/officeart/2008/layout/HalfCircleOrganizationChart"/>
    <dgm:cxn modelId="{F4EE783E-B880-4B22-8BB0-604DFAF6A074}" type="presParOf" srcId="{784554A3-A890-492A-A4B8-CEC627F9937A}" destId="{D019331C-93B5-444B-8ADC-116821A7E762}" srcOrd="0" destOrd="0" presId="urn:microsoft.com/office/officeart/2008/layout/HalfCircleOrganizationChart"/>
    <dgm:cxn modelId="{C8917FFC-B9AF-4004-A19B-24637CED29FA}" type="presParOf" srcId="{784554A3-A890-492A-A4B8-CEC627F9937A}" destId="{74E4E527-BD5F-4D68-8D10-05EA7A7141AB}" srcOrd="1" destOrd="0" presId="urn:microsoft.com/office/officeart/2008/layout/HalfCircleOrganizationChart"/>
    <dgm:cxn modelId="{8C26B0B3-7B5A-485F-B88F-B7640EAF66E4}" type="presParOf" srcId="{784554A3-A890-492A-A4B8-CEC627F9937A}" destId="{9564ADFC-10E7-4CD4-B134-98E8EB05F14A}" srcOrd="2" destOrd="0" presId="urn:microsoft.com/office/officeart/2008/layout/HalfCircleOrganizationChart"/>
    <dgm:cxn modelId="{8744864E-7B19-4C73-A356-CAFD4A65B5D9}" type="presParOf" srcId="{784554A3-A890-492A-A4B8-CEC627F9937A}" destId="{364D3902-B966-48A9-898D-4DC192E30226}" srcOrd="3" destOrd="0" presId="urn:microsoft.com/office/officeart/2008/layout/HalfCircleOrganizationChart"/>
    <dgm:cxn modelId="{4267C1BD-CE19-4464-83A9-403ECF0F9278}" type="presParOf" srcId="{3EADD4AB-D007-4FFB-9407-7759D3168119}" destId="{79A8F60B-9B24-4BA0-8916-A3924313C972}" srcOrd="1" destOrd="0" presId="urn:microsoft.com/office/officeart/2008/layout/HalfCircleOrganizationChart"/>
    <dgm:cxn modelId="{A928CF86-C312-4996-873E-DBCAEF251E73}" type="presParOf" srcId="{3EADD4AB-D007-4FFB-9407-7759D3168119}" destId="{1B9BCE81-ECD4-433D-90ED-1DCFEBB38076}" srcOrd="2" destOrd="0" presId="urn:microsoft.com/office/officeart/2008/layout/HalfCircleOrganizationChart"/>
    <dgm:cxn modelId="{848C9689-8BAF-4BF8-8098-E92D4C067CE7}" type="presParOf" srcId="{988D8466-D714-4AFC-86A6-FE1DBE04034E}" destId="{985FCD59-BF25-498A-AB34-DB2D808E56A7}" srcOrd="2" destOrd="0" presId="urn:microsoft.com/office/officeart/2008/layout/HalfCircleOrganizationChart"/>
    <dgm:cxn modelId="{DFA28F5B-B5D1-4ADB-82FD-FED757A221CD}" type="presParOf" srcId="{EB9062CE-80ED-46DD-AC54-F5588DC33DF4}" destId="{406E2647-02CE-4857-AA5F-7B06273E442D}" srcOrd="2" destOrd="0" presId="urn:microsoft.com/office/officeart/2008/layout/HalfCircleOrganizationChart"/>
    <dgm:cxn modelId="{52509EE1-5DAF-4FFA-ACF6-84B357F1AA3B}" type="presParOf" srcId="{EB9062CE-80ED-46DD-AC54-F5588DC33DF4}" destId="{E317FAA1-A8AE-48C1-93A0-29F226B8EC68}" srcOrd="3" destOrd="0" presId="urn:microsoft.com/office/officeart/2008/layout/HalfCircleOrganizationChart"/>
    <dgm:cxn modelId="{AED071D8-D9AB-436B-B6CE-97BCBB4A6B4A}" type="presParOf" srcId="{E317FAA1-A8AE-48C1-93A0-29F226B8EC68}" destId="{E5F49632-3906-41CE-98D2-A222700187C1}" srcOrd="0" destOrd="0" presId="urn:microsoft.com/office/officeart/2008/layout/HalfCircleOrganizationChart"/>
    <dgm:cxn modelId="{783837EE-11EE-4CA4-8E2C-F3D9544361D9}" type="presParOf" srcId="{E5F49632-3906-41CE-98D2-A222700187C1}" destId="{B54711CC-D721-4EC8-A271-ED728D54A11F}" srcOrd="0" destOrd="0" presId="urn:microsoft.com/office/officeart/2008/layout/HalfCircleOrganizationChart"/>
    <dgm:cxn modelId="{324FF60E-7C56-46D4-B941-5D8C99B79991}" type="presParOf" srcId="{E5F49632-3906-41CE-98D2-A222700187C1}" destId="{07AD1367-C346-49EA-8655-EDC5FAFFA5A1}" srcOrd="1" destOrd="0" presId="urn:microsoft.com/office/officeart/2008/layout/HalfCircleOrganizationChart"/>
    <dgm:cxn modelId="{274882DA-E54D-4313-9CD0-6DD59494C941}" type="presParOf" srcId="{E5F49632-3906-41CE-98D2-A222700187C1}" destId="{1B081625-17B8-4CD0-921F-8A1FD18BDF82}" srcOrd="2" destOrd="0" presId="urn:microsoft.com/office/officeart/2008/layout/HalfCircleOrganizationChart"/>
    <dgm:cxn modelId="{14EED69D-D669-4BD6-951F-5BA0680F98AD}" type="presParOf" srcId="{E5F49632-3906-41CE-98D2-A222700187C1}" destId="{CB51ABAF-9219-4E30-B129-8E00FFF13281}" srcOrd="3" destOrd="0" presId="urn:microsoft.com/office/officeart/2008/layout/HalfCircleOrganizationChart"/>
    <dgm:cxn modelId="{FFA52EF6-C47E-4B5C-BCD1-B37C8BA5A176}" type="presParOf" srcId="{E317FAA1-A8AE-48C1-93A0-29F226B8EC68}" destId="{0B82C7E1-331E-4697-8113-C6A6DF291872}" srcOrd="1" destOrd="0" presId="urn:microsoft.com/office/officeart/2008/layout/HalfCircleOrganizationChart"/>
    <dgm:cxn modelId="{30DC41B7-3F5F-4D8F-A18E-347A32A08244}" type="presParOf" srcId="{0B82C7E1-331E-4697-8113-C6A6DF291872}" destId="{0AEB155C-832F-4DE0-B82C-0D2C30BC547C}" srcOrd="0" destOrd="0" presId="urn:microsoft.com/office/officeart/2008/layout/HalfCircleOrganizationChart"/>
    <dgm:cxn modelId="{B667DC5C-46EC-41F8-8ED7-55ACE7C05E10}" type="presParOf" srcId="{0B82C7E1-331E-4697-8113-C6A6DF291872}" destId="{3805D868-1648-4362-8D3A-D06F1FD36E68}" srcOrd="1" destOrd="0" presId="urn:microsoft.com/office/officeart/2008/layout/HalfCircleOrganizationChart"/>
    <dgm:cxn modelId="{9BA04BE5-362A-49FB-AF7F-ED2D54CC7B69}" type="presParOf" srcId="{3805D868-1648-4362-8D3A-D06F1FD36E68}" destId="{97C5F3AC-A53D-44DA-A578-AC9783FB6C7E}" srcOrd="0" destOrd="0" presId="urn:microsoft.com/office/officeart/2008/layout/HalfCircleOrganizationChart"/>
    <dgm:cxn modelId="{5AF9677D-AD2D-47CD-BD4E-CCCC29603C5E}" type="presParOf" srcId="{97C5F3AC-A53D-44DA-A578-AC9783FB6C7E}" destId="{907A6E54-9E24-43DB-9654-54F00D845C76}" srcOrd="0" destOrd="0" presId="urn:microsoft.com/office/officeart/2008/layout/HalfCircleOrganizationChart"/>
    <dgm:cxn modelId="{BE6FC18B-0DAC-4FBE-922C-510D39D41AC9}" type="presParOf" srcId="{97C5F3AC-A53D-44DA-A578-AC9783FB6C7E}" destId="{BAC23E9A-4257-4A7A-83A6-A22F0EA537C8}" srcOrd="1" destOrd="0" presId="urn:microsoft.com/office/officeart/2008/layout/HalfCircleOrganizationChart"/>
    <dgm:cxn modelId="{5D875E0C-9944-46E6-A7D2-1A66727A9F4E}" type="presParOf" srcId="{97C5F3AC-A53D-44DA-A578-AC9783FB6C7E}" destId="{E5464551-8DA1-4F72-AE78-1BD511D1594A}" srcOrd="2" destOrd="0" presId="urn:microsoft.com/office/officeart/2008/layout/HalfCircleOrganizationChart"/>
    <dgm:cxn modelId="{5CA3ACE8-F511-4ADB-BF56-13FD2C8A696F}" type="presParOf" srcId="{97C5F3AC-A53D-44DA-A578-AC9783FB6C7E}" destId="{1DA99238-4FC0-47E6-9835-F660A5C87FA8}" srcOrd="3" destOrd="0" presId="urn:microsoft.com/office/officeart/2008/layout/HalfCircleOrganizationChart"/>
    <dgm:cxn modelId="{891C5945-5BA8-449D-9F4D-229FB839D998}" type="presParOf" srcId="{3805D868-1648-4362-8D3A-D06F1FD36E68}" destId="{C238A7A5-2A5B-44B6-A20D-51F5C2C3271F}" srcOrd="1" destOrd="0" presId="urn:microsoft.com/office/officeart/2008/layout/HalfCircleOrganizationChart"/>
    <dgm:cxn modelId="{C150B279-92CF-4B92-BF5F-AA9A6A662DF6}" type="presParOf" srcId="{3805D868-1648-4362-8D3A-D06F1FD36E68}" destId="{DA758A43-4A5E-4595-BF91-DB8F4096120E}" srcOrd="2" destOrd="0" presId="urn:microsoft.com/office/officeart/2008/layout/HalfCircleOrganizationChart"/>
    <dgm:cxn modelId="{9A735488-3F82-4A2A-892C-2EEFDD1BCD93}" type="presParOf" srcId="{0B82C7E1-331E-4697-8113-C6A6DF291872}" destId="{231224CA-8BFC-4464-B057-0FAEC341663A}" srcOrd="2" destOrd="0" presId="urn:microsoft.com/office/officeart/2008/layout/HalfCircleOrganizationChart"/>
    <dgm:cxn modelId="{B3BED237-99DF-44FC-A588-EAB39983B02E}" type="presParOf" srcId="{0B82C7E1-331E-4697-8113-C6A6DF291872}" destId="{C957A0E3-836B-4FF9-96AC-72B34FE56084}" srcOrd="3" destOrd="0" presId="urn:microsoft.com/office/officeart/2008/layout/HalfCircleOrganizationChart"/>
    <dgm:cxn modelId="{1C652180-D77F-4929-A0FA-E9440B2F500E}" type="presParOf" srcId="{C957A0E3-836B-4FF9-96AC-72B34FE56084}" destId="{BE41ACF0-0C61-441E-BAC3-0F04C45302BD}" srcOrd="0" destOrd="0" presId="urn:microsoft.com/office/officeart/2008/layout/HalfCircleOrganizationChart"/>
    <dgm:cxn modelId="{1A9AF478-F249-4AF0-95B1-04614173F9FD}" type="presParOf" srcId="{BE41ACF0-0C61-441E-BAC3-0F04C45302BD}" destId="{90113ACD-A9A5-4CB3-8138-2BC05C406F73}" srcOrd="0" destOrd="0" presId="urn:microsoft.com/office/officeart/2008/layout/HalfCircleOrganizationChart"/>
    <dgm:cxn modelId="{67426C9E-73FF-4A71-95D5-0948F1DA0281}" type="presParOf" srcId="{BE41ACF0-0C61-441E-BAC3-0F04C45302BD}" destId="{E0A6E4F1-4CFD-48E2-A6CA-16A0842DAC41}" srcOrd="1" destOrd="0" presId="urn:microsoft.com/office/officeart/2008/layout/HalfCircleOrganizationChart"/>
    <dgm:cxn modelId="{DE5B39C1-C485-46C4-97D3-CB41C761DD4E}" type="presParOf" srcId="{BE41ACF0-0C61-441E-BAC3-0F04C45302BD}" destId="{1992E22C-8AB6-40EF-BC0F-6EE2E03B9EB5}" srcOrd="2" destOrd="0" presId="urn:microsoft.com/office/officeart/2008/layout/HalfCircleOrganizationChart"/>
    <dgm:cxn modelId="{714F1422-E312-4554-8F5D-CE5BEAABB2FC}" type="presParOf" srcId="{BE41ACF0-0C61-441E-BAC3-0F04C45302BD}" destId="{21E37BA8-C3C6-42E4-B63B-37FD3F844D44}" srcOrd="3" destOrd="0" presId="urn:microsoft.com/office/officeart/2008/layout/HalfCircleOrganizationChart"/>
    <dgm:cxn modelId="{8C3104E2-DDD8-4138-9F0D-CFFA488FF3F2}" type="presParOf" srcId="{C957A0E3-836B-4FF9-96AC-72B34FE56084}" destId="{C7AD59F8-0335-4B8F-B709-84603831FAB2}" srcOrd="1" destOrd="0" presId="urn:microsoft.com/office/officeart/2008/layout/HalfCircleOrganizationChart"/>
    <dgm:cxn modelId="{D5D8B719-EE6E-4A50-8A7A-A5DEC37C8CA9}" type="presParOf" srcId="{C957A0E3-836B-4FF9-96AC-72B34FE56084}" destId="{16EEC8E8-50A8-4525-9983-23EFCFD863BE}" srcOrd="2" destOrd="0" presId="urn:microsoft.com/office/officeart/2008/layout/HalfCircleOrganizationChart"/>
    <dgm:cxn modelId="{ED803DE1-24B0-469F-8D8C-E909435F1DBA}" type="presParOf" srcId="{E317FAA1-A8AE-48C1-93A0-29F226B8EC68}" destId="{898090FB-E905-48FF-8668-316E3E3B1061}" srcOrd="2" destOrd="0" presId="urn:microsoft.com/office/officeart/2008/layout/HalfCircleOrganizationChart"/>
    <dgm:cxn modelId="{CEE35283-C8DD-4452-9DEB-136CEC872B9E}" type="presParOf" srcId="{57447AD2-B401-4D4C-BD88-C20A4B538E0E}" destId="{31EAFF5F-731E-4E3F-8537-A2A763BD8813}" srcOrd="2" destOrd="0" presId="urn:microsoft.com/office/officeart/2008/layout/HalfCircleOrganizationChart"/>
    <dgm:cxn modelId="{2A370718-D8D7-419D-AF9F-4004D6E448CE}" type="presParOf" srcId="{DF73E25B-47A0-4C38-B1D0-0FDA6F0D1086}" destId="{90291888-4788-499B-8534-59C072A446AC}" srcOrd="6" destOrd="0" presId="urn:microsoft.com/office/officeart/2008/layout/HalfCircleOrganizationChart"/>
    <dgm:cxn modelId="{B609E30A-A909-4C41-87D5-4DCAC99DBD1C}" type="presParOf" srcId="{DF73E25B-47A0-4C38-B1D0-0FDA6F0D1086}" destId="{89C50884-0B6A-48FD-87FB-5A6ABB711408}" srcOrd="7" destOrd="0" presId="urn:microsoft.com/office/officeart/2008/layout/HalfCircleOrganizationChart"/>
    <dgm:cxn modelId="{EC1103F9-FEF3-4F69-AA62-59BAACCA28F5}" type="presParOf" srcId="{89C50884-0B6A-48FD-87FB-5A6ABB711408}" destId="{2B079E1C-04D1-4E53-B19B-236DF26980F8}" srcOrd="0" destOrd="0" presId="urn:microsoft.com/office/officeart/2008/layout/HalfCircleOrganizationChart"/>
    <dgm:cxn modelId="{BC15871D-DEDA-4D74-A0C5-3D6C0DEC87FF}" type="presParOf" srcId="{2B079E1C-04D1-4E53-B19B-236DF26980F8}" destId="{AB1E5B48-87D7-4603-A1CA-15F0626DBD5A}" srcOrd="0" destOrd="0" presId="urn:microsoft.com/office/officeart/2008/layout/HalfCircleOrganizationChart"/>
    <dgm:cxn modelId="{E67965ED-803C-4496-AAAA-47895FAC19C1}" type="presParOf" srcId="{2B079E1C-04D1-4E53-B19B-236DF26980F8}" destId="{8B117BF1-01DF-4F05-9DC8-1D1D167F109B}" srcOrd="1" destOrd="0" presId="urn:microsoft.com/office/officeart/2008/layout/HalfCircleOrganizationChart"/>
    <dgm:cxn modelId="{D64A95AA-A89C-447F-B45C-57C581714DAE}" type="presParOf" srcId="{2B079E1C-04D1-4E53-B19B-236DF26980F8}" destId="{B7E5F8E6-9E88-41FF-A907-CF96BF0C0DA7}" srcOrd="2" destOrd="0" presId="urn:microsoft.com/office/officeart/2008/layout/HalfCircleOrganizationChart"/>
    <dgm:cxn modelId="{4989940D-EC42-4A22-8515-EE2E2D1CD786}" type="presParOf" srcId="{2B079E1C-04D1-4E53-B19B-236DF26980F8}" destId="{BAC4EC4E-EA88-44FA-BD32-4B89FA44BD11}" srcOrd="3" destOrd="0" presId="urn:microsoft.com/office/officeart/2008/layout/HalfCircleOrganizationChart"/>
    <dgm:cxn modelId="{DE88160C-58BE-457B-82BB-C8F2BE83ACC7}" type="presParOf" srcId="{89C50884-0B6A-48FD-87FB-5A6ABB711408}" destId="{30CF99D5-BA84-4267-98B6-1DCDC446B538}" srcOrd="1" destOrd="0" presId="urn:microsoft.com/office/officeart/2008/layout/HalfCircleOrganizationChart"/>
    <dgm:cxn modelId="{F10BA031-BCAB-4C6A-AEEC-8AEC8C21F9ED}" type="presParOf" srcId="{30CF99D5-BA84-4267-98B6-1DCDC446B538}" destId="{64B993D9-D3BC-46EC-A234-9BFE029BA139}" srcOrd="0" destOrd="0" presId="urn:microsoft.com/office/officeart/2008/layout/HalfCircleOrganizationChart"/>
    <dgm:cxn modelId="{3203E61E-7AF9-4FBC-A58E-01552BF20F87}" type="presParOf" srcId="{30CF99D5-BA84-4267-98B6-1DCDC446B538}" destId="{68910E3F-4E72-4CF1-A426-49144B1C04A2}" srcOrd="1" destOrd="0" presId="urn:microsoft.com/office/officeart/2008/layout/HalfCircleOrganizationChart"/>
    <dgm:cxn modelId="{5C5766F5-1151-49D3-8061-A53B476DC862}" type="presParOf" srcId="{68910E3F-4E72-4CF1-A426-49144B1C04A2}" destId="{1B3B0232-EEFC-456F-9688-07ACADBC602B}" srcOrd="0" destOrd="0" presId="urn:microsoft.com/office/officeart/2008/layout/HalfCircleOrganizationChart"/>
    <dgm:cxn modelId="{EE3D040A-418B-4D62-97BF-D188119A792F}" type="presParOf" srcId="{1B3B0232-EEFC-456F-9688-07ACADBC602B}" destId="{B76B13DE-EE4B-4E97-9873-AD059F9C2C83}" srcOrd="0" destOrd="0" presId="urn:microsoft.com/office/officeart/2008/layout/HalfCircleOrganizationChart"/>
    <dgm:cxn modelId="{36BCE72E-C98F-49B4-A9D1-E5AD517FD2CD}" type="presParOf" srcId="{1B3B0232-EEFC-456F-9688-07ACADBC602B}" destId="{70C5B7AB-69E3-4BBD-9494-FBD9B0FABAAD}" srcOrd="1" destOrd="0" presId="urn:microsoft.com/office/officeart/2008/layout/HalfCircleOrganizationChart"/>
    <dgm:cxn modelId="{1FDCF18E-105C-4A9B-A2DA-EF15DF7F1194}" type="presParOf" srcId="{1B3B0232-EEFC-456F-9688-07ACADBC602B}" destId="{C9DBF234-E37E-4422-9B14-36C5BBDD6F9A}" srcOrd="2" destOrd="0" presId="urn:microsoft.com/office/officeart/2008/layout/HalfCircleOrganizationChart"/>
    <dgm:cxn modelId="{6699C097-125C-41F4-8C29-7CF9145D7C2A}" type="presParOf" srcId="{1B3B0232-EEFC-456F-9688-07ACADBC602B}" destId="{541911F8-DCEB-4816-8302-361AC7AC647C}" srcOrd="3" destOrd="0" presId="urn:microsoft.com/office/officeart/2008/layout/HalfCircleOrganizationChart"/>
    <dgm:cxn modelId="{4D732847-7085-45D1-AB45-5A49947CD29E}" type="presParOf" srcId="{68910E3F-4E72-4CF1-A426-49144B1C04A2}" destId="{6BEA819E-6917-4609-8961-7606C6D1D005}" srcOrd="1" destOrd="0" presId="urn:microsoft.com/office/officeart/2008/layout/HalfCircleOrganizationChart"/>
    <dgm:cxn modelId="{80FDEDD8-896C-4D46-8C8D-821DCFF44684}" type="presParOf" srcId="{68910E3F-4E72-4CF1-A426-49144B1C04A2}" destId="{446131E4-3BE6-4580-9EA6-EDEF772B837C}" srcOrd="2" destOrd="0" presId="urn:microsoft.com/office/officeart/2008/layout/HalfCircleOrganizationChart"/>
    <dgm:cxn modelId="{ECE198F5-CE34-4EF0-A136-972A64249F0B}" type="presParOf" srcId="{30CF99D5-BA84-4267-98B6-1DCDC446B538}" destId="{D9F707C8-49AE-4F06-9CE9-617C8EF008C6}" srcOrd="2" destOrd="0" presId="urn:microsoft.com/office/officeart/2008/layout/HalfCircleOrganizationChart"/>
    <dgm:cxn modelId="{69966306-C812-429B-BD1C-8F9DD4888F62}" type="presParOf" srcId="{30CF99D5-BA84-4267-98B6-1DCDC446B538}" destId="{2F6F7CA9-7B90-4428-9DB5-44B0B370951D}" srcOrd="3" destOrd="0" presId="urn:microsoft.com/office/officeart/2008/layout/HalfCircleOrganizationChart"/>
    <dgm:cxn modelId="{9C336E5F-935A-4D9B-A9D8-FFEE6EFD5B96}" type="presParOf" srcId="{2F6F7CA9-7B90-4428-9DB5-44B0B370951D}" destId="{E7559F95-01C7-4DFB-B75F-05C0BFF39393}" srcOrd="0" destOrd="0" presId="urn:microsoft.com/office/officeart/2008/layout/HalfCircleOrganizationChart"/>
    <dgm:cxn modelId="{2E8ED847-4B17-40EA-8D30-4726942AE5C5}" type="presParOf" srcId="{E7559F95-01C7-4DFB-B75F-05C0BFF39393}" destId="{0537A3E2-78A9-4ECB-80AB-2C5A16FF3045}" srcOrd="0" destOrd="0" presId="urn:microsoft.com/office/officeart/2008/layout/HalfCircleOrganizationChart"/>
    <dgm:cxn modelId="{1F2C5B70-09D6-4054-91C2-D5C89097CAAC}" type="presParOf" srcId="{E7559F95-01C7-4DFB-B75F-05C0BFF39393}" destId="{DC7EF74A-1941-4905-BF91-BCB7BBE1C722}" srcOrd="1" destOrd="0" presId="urn:microsoft.com/office/officeart/2008/layout/HalfCircleOrganizationChart"/>
    <dgm:cxn modelId="{95058D61-FF3F-41D4-8D85-78920A84A53A}" type="presParOf" srcId="{E7559F95-01C7-4DFB-B75F-05C0BFF39393}" destId="{047341E8-C791-4EFE-965D-6BD926DD4724}" srcOrd="2" destOrd="0" presId="urn:microsoft.com/office/officeart/2008/layout/HalfCircleOrganizationChart"/>
    <dgm:cxn modelId="{67B9D026-CF70-4321-A34D-0AB1785A81D8}" type="presParOf" srcId="{E7559F95-01C7-4DFB-B75F-05C0BFF39393}" destId="{47E78DD6-F31D-472C-8F81-063597D3A739}" srcOrd="3" destOrd="0" presId="urn:microsoft.com/office/officeart/2008/layout/HalfCircleOrganizationChart"/>
    <dgm:cxn modelId="{1632B026-DB49-4720-B018-3BE5595CFCCA}" type="presParOf" srcId="{2F6F7CA9-7B90-4428-9DB5-44B0B370951D}" destId="{D4E9EF7A-8F15-43A9-A830-58FAEBA916EA}" srcOrd="1" destOrd="0" presId="urn:microsoft.com/office/officeart/2008/layout/HalfCircleOrganizationChart"/>
    <dgm:cxn modelId="{BF775649-E4DD-4BAD-BFEE-489EC7852C83}" type="presParOf" srcId="{2F6F7CA9-7B90-4428-9DB5-44B0B370951D}" destId="{AEF86A00-1429-49F9-9EAE-A2DC97A5AB2B}" srcOrd="2" destOrd="0" presId="urn:microsoft.com/office/officeart/2008/layout/HalfCircleOrganizationChart"/>
    <dgm:cxn modelId="{E528E41F-EAD0-40D1-AECD-66AF6C95EF2C}" type="presParOf" srcId="{89C50884-0B6A-48FD-87FB-5A6ABB711408}" destId="{92416327-3EDF-4C9A-B3C9-B0C1EF85DF62}" srcOrd="2" destOrd="0" presId="urn:microsoft.com/office/officeart/2008/layout/HalfCircleOrganizationChart"/>
    <dgm:cxn modelId="{F01328E5-222B-4F85-B5D7-3101364CD0D5}" type="presParOf" srcId="{DF73E25B-47A0-4C38-B1D0-0FDA6F0D1086}" destId="{3E89CB6E-D49B-4C9F-80D8-EAA0F61FF744}" srcOrd="8" destOrd="0" presId="urn:microsoft.com/office/officeart/2008/layout/HalfCircleOrganizationChart"/>
    <dgm:cxn modelId="{AFF94172-AC4F-4D17-875D-F3DC3041E404}" type="presParOf" srcId="{DF73E25B-47A0-4C38-B1D0-0FDA6F0D1086}" destId="{B20FADD0-D156-4B3B-B0F5-F2668637E476}" srcOrd="9" destOrd="0" presId="urn:microsoft.com/office/officeart/2008/layout/HalfCircleOrganizationChart"/>
    <dgm:cxn modelId="{1086AA59-532B-4566-B880-F4D8DE344499}" type="presParOf" srcId="{B20FADD0-D156-4B3B-B0F5-F2668637E476}" destId="{28D1DE8A-0BED-4450-904F-FABD62DA58EE}" srcOrd="0" destOrd="0" presId="urn:microsoft.com/office/officeart/2008/layout/HalfCircleOrganizationChart"/>
    <dgm:cxn modelId="{5D839D74-A788-405D-A40B-1C33652DB7D4}" type="presParOf" srcId="{28D1DE8A-0BED-4450-904F-FABD62DA58EE}" destId="{0705B6CF-D726-47D7-8AEF-1BE6AC823BD7}" srcOrd="0" destOrd="0" presId="urn:microsoft.com/office/officeart/2008/layout/HalfCircleOrganizationChart"/>
    <dgm:cxn modelId="{5AA91B1A-8A3D-4FA2-A016-14722BB8899B}" type="presParOf" srcId="{28D1DE8A-0BED-4450-904F-FABD62DA58EE}" destId="{EFF07D6C-D980-4FC2-A475-AA01BA6D4C61}" srcOrd="1" destOrd="0" presId="urn:microsoft.com/office/officeart/2008/layout/HalfCircleOrganizationChart"/>
    <dgm:cxn modelId="{49938046-62A9-4DD1-A874-DA77554FB6C3}" type="presParOf" srcId="{28D1DE8A-0BED-4450-904F-FABD62DA58EE}" destId="{CDB3EA03-38A9-49C2-9056-6ADCE4866966}" srcOrd="2" destOrd="0" presId="urn:microsoft.com/office/officeart/2008/layout/HalfCircleOrganizationChart"/>
    <dgm:cxn modelId="{F28E500E-7514-4569-82B2-CC3B0DEC7D66}" type="presParOf" srcId="{28D1DE8A-0BED-4450-904F-FABD62DA58EE}" destId="{ACF8E76A-AE3E-435C-BBFE-D49B038DAD4C}" srcOrd="3" destOrd="0" presId="urn:microsoft.com/office/officeart/2008/layout/HalfCircleOrganizationChart"/>
    <dgm:cxn modelId="{034856E9-EBB9-49D4-8DE1-A95A494B6C39}" type="presParOf" srcId="{B20FADD0-D156-4B3B-B0F5-F2668637E476}" destId="{DDC97126-6844-4465-B29A-DF39C6F799D5}" srcOrd="1" destOrd="0" presId="urn:microsoft.com/office/officeart/2008/layout/HalfCircleOrganizationChart"/>
    <dgm:cxn modelId="{0C28FCA7-832E-4E64-A945-D70F4DB82A6A}" type="presParOf" srcId="{DDC97126-6844-4465-B29A-DF39C6F799D5}" destId="{3F8783B0-C3C0-48D7-9636-336328EB1D84}" srcOrd="0" destOrd="0" presId="urn:microsoft.com/office/officeart/2008/layout/HalfCircleOrganizationChart"/>
    <dgm:cxn modelId="{B6F22092-2509-4E00-9B09-CE1893CCEB34}" type="presParOf" srcId="{DDC97126-6844-4465-B29A-DF39C6F799D5}" destId="{F82DE85E-9D5D-4416-AD1D-4926F6915BCB}" srcOrd="1" destOrd="0" presId="urn:microsoft.com/office/officeart/2008/layout/HalfCircleOrganizationChart"/>
    <dgm:cxn modelId="{62F95DAE-1251-4546-8887-BAEE6DA93963}" type="presParOf" srcId="{F82DE85E-9D5D-4416-AD1D-4926F6915BCB}" destId="{FB928E4D-F346-4035-9E0D-77A26F270C96}" srcOrd="0" destOrd="0" presId="urn:microsoft.com/office/officeart/2008/layout/HalfCircleOrganizationChart"/>
    <dgm:cxn modelId="{EB55FB62-3A70-4764-BDA0-A34595A26D52}" type="presParOf" srcId="{FB928E4D-F346-4035-9E0D-77A26F270C96}" destId="{9C7D8E12-1E85-41D8-B9D9-DB261C06A4F8}" srcOrd="0" destOrd="0" presId="urn:microsoft.com/office/officeart/2008/layout/HalfCircleOrganizationChart"/>
    <dgm:cxn modelId="{59DB2940-D693-4237-83B5-D7E5DCC1CBD7}" type="presParOf" srcId="{FB928E4D-F346-4035-9E0D-77A26F270C96}" destId="{A5250613-344E-4C5D-87BD-77C6903B40EF}" srcOrd="1" destOrd="0" presId="urn:microsoft.com/office/officeart/2008/layout/HalfCircleOrganizationChart"/>
    <dgm:cxn modelId="{9415D02D-1460-4B2B-BE22-330B6BA38F13}" type="presParOf" srcId="{FB928E4D-F346-4035-9E0D-77A26F270C96}" destId="{1B62875B-7C70-4BD0-AD28-D783D3A5E753}" srcOrd="2" destOrd="0" presId="urn:microsoft.com/office/officeart/2008/layout/HalfCircleOrganizationChart"/>
    <dgm:cxn modelId="{8C262F45-562C-4C08-BECD-457BB8BF9B97}" type="presParOf" srcId="{FB928E4D-F346-4035-9E0D-77A26F270C96}" destId="{6BC560F4-488E-4D03-8DE3-A6CF1E2E427A}" srcOrd="3" destOrd="0" presId="urn:microsoft.com/office/officeart/2008/layout/HalfCircleOrganizationChart"/>
    <dgm:cxn modelId="{7ABC1ED9-DF35-450A-B684-6986B6105B6E}" type="presParOf" srcId="{F82DE85E-9D5D-4416-AD1D-4926F6915BCB}" destId="{ED47C4B7-2450-4667-B2FA-0F792586CB0F}" srcOrd="1" destOrd="0" presId="urn:microsoft.com/office/officeart/2008/layout/HalfCircleOrganizationChart"/>
    <dgm:cxn modelId="{3B1FE84D-DC54-4169-9815-1235954CCE11}" type="presParOf" srcId="{ED47C4B7-2450-4667-B2FA-0F792586CB0F}" destId="{A4EAB128-DEE7-49C8-9BEB-4CA0E2106ABD}" srcOrd="0" destOrd="0" presId="urn:microsoft.com/office/officeart/2008/layout/HalfCircleOrganizationChart"/>
    <dgm:cxn modelId="{514729FF-EE3F-473E-AE07-4E3A1BA3C888}" type="presParOf" srcId="{ED47C4B7-2450-4667-B2FA-0F792586CB0F}" destId="{F15B1189-939F-4044-8749-92D244A43A52}" srcOrd="1" destOrd="0" presId="urn:microsoft.com/office/officeart/2008/layout/HalfCircleOrganizationChart"/>
    <dgm:cxn modelId="{7D90C796-D275-4424-8C3B-06E52D4FACF1}" type="presParOf" srcId="{F15B1189-939F-4044-8749-92D244A43A52}" destId="{B45EBEE2-FF28-42CF-B157-A6A79C2DBE85}" srcOrd="0" destOrd="0" presId="urn:microsoft.com/office/officeart/2008/layout/HalfCircleOrganizationChart"/>
    <dgm:cxn modelId="{4B175C81-2FF8-4C20-A6FE-12FCD4F5D412}" type="presParOf" srcId="{B45EBEE2-FF28-42CF-B157-A6A79C2DBE85}" destId="{4955F461-6DE1-48FB-A41D-F1BDAA8A4C47}" srcOrd="0" destOrd="0" presId="urn:microsoft.com/office/officeart/2008/layout/HalfCircleOrganizationChart"/>
    <dgm:cxn modelId="{59BB568B-D87E-49E5-862F-E2CDA5C80C15}" type="presParOf" srcId="{B45EBEE2-FF28-42CF-B157-A6A79C2DBE85}" destId="{DA440F43-8B49-4314-835C-8D1C146F25DC}" srcOrd="1" destOrd="0" presId="urn:microsoft.com/office/officeart/2008/layout/HalfCircleOrganizationChart"/>
    <dgm:cxn modelId="{A458C7F7-ABEA-4A31-940F-0C4C8AFA60C1}" type="presParOf" srcId="{B45EBEE2-FF28-42CF-B157-A6A79C2DBE85}" destId="{73F174D9-A22D-4554-856A-EF4A821DC636}" srcOrd="2" destOrd="0" presId="urn:microsoft.com/office/officeart/2008/layout/HalfCircleOrganizationChart"/>
    <dgm:cxn modelId="{990AAE89-2601-4FB6-9CFD-C5C024C6C0A7}" type="presParOf" srcId="{B45EBEE2-FF28-42CF-B157-A6A79C2DBE85}" destId="{82898DCC-0ADA-45E3-B773-8B178F766D66}" srcOrd="3" destOrd="0" presId="urn:microsoft.com/office/officeart/2008/layout/HalfCircleOrganizationChart"/>
    <dgm:cxn modelId="{E6A600AC-E336-4FE6-A0B6-602152E955CE}" type="presParOf" srcId="{F15B1189-939F-4044-8749-92D244A43A52}" destId="{614E7A97-1570-41CA-AB19-21218398171D}" srcOrd="1" destOrd="0" presId="urn:microsoft.com/office/officeart/2008/layout/HalfCircleOrganizationChart"/>
    <dgm:cxn modelId="{BB8C2DF6-0038-4AF6-BAD3-F1B180AD5237}" type="presParOf" srcId="{F15B1189-939F-4044-8749-92D244A43A52}" destId="{D5425D0D-1CA3-4EFB-ABAA-AEA67B2A196F}" srcOrd="2" destOrd="0" presId="urn:microsoft.com/office/officeart/2008/layout/HalfCircleOrganizationChart"/>
    <dgm:cxn modelId="{B696DE1B-A412-4E4F-8771-C9276F9E5E48}" type="presParOf" srcId="{F82DE85E-9D5D-4416-AD1D-4926F6915BCB}" destId="{BD64026D-562B-4AF7-98A6-11FB103883B2}" srcOrd="2" destOrd="0" presId="urn:microsoft.com/office/officeart/2008/layout/HalfCircleOrganizationChart"/>
    <dgm:cxn modelId="{2821A795-F1E8-4177-B4A9-E9E6DA8EDF7A}" type="presParOf" srcId="{DDC97126-6844-4465-B29A-DF39C6F799D5}" destId="{209352CB-4D8D-4537-8537-842B1CACBC71}" srcOrd="2" destOrd="0" presId="urn:microsoft.com/office/officeart/2008/layout/HalfCircleOrganizationChart"/>
    <dgm:cxn modelId="{ED7F9110-0EB2-45E7-84EF-0AD8B49D8158}" type="presParOf" srcId="{DDC97126-6844-4465-B29A-DF39C6F799D5}" destId="{A751D44E-2FCE-4306-AB23-8E4508B3641F}" srcOrd="3" destOrd="0" presId="urn:microsoft.com/office/officeart/2008/layout/HalfCircleOrganizationChart"/>
    <dgm:cxn modelId="{803EB2BC-7FAB-4DD0-A198-0B67A7790E18}" type="presParOf" srcId="{A751D44E-2FCE-4306-AB23-8E4508B3641F}" destId="{505855B7-3F18-41A0-B790-BC8E8502B2A2}" srcOrd="0" destOrd="0" presId="urn:microsoft.com/office/officeart/2008/layout/HalfCircleOrganizationChart"/>
    <dgm:cxn modelId="{48F7AB39-2256-47FD-8CCF-99FEA0FF3E53}" type="presParOf" srcId="{505855B7-3F18-41A0-B790-BC8E8502B2A2}" destId="{D903DB11-8891-4B09-9F0F-22123C55B8DE}" srcOrd="0" destOrd="0" presId="urn:microsoft.com/office/officeart/2008/layout/HalfCircleOrganizationChart"/>
    <dgm:cxn modelId="{E08C35F5-253F-4B61-9DC9-C2270DBB262B}" type="presParOf" srcId="{505855B7-3F18-41A0-B790-BC8E8502B2A2}" destId="{2DDED317-4F2B-47F2-ACE4-D8A7EAD2E7D2}" srcOrd="1" destOrd="0" presId="urn:microsoft.com/office/officeart/2008/layout/HalfCircleOrganizationChart"/>
    <dgm:cxn modelId="{6806AD10-61DA-4B1A-AC06-B75107CEF618}" type="presParOf" srcId="{505855B7-3F18-41A0-B790-BC8E8502B2A2}" destId="{642EF690-5AAD-404E-B0FF-AE7CABDC006C}" srcOrd="2" destOrd="0" presId="urn:microsoft.com/office/officeart/2008/layout/HalfCircleOrganizationChart"/>
    <dgm:cxn modelId="{D167A078-6743-4CC7-8673-5A841336ED1B}" type="presParOf" srcId="{505855B7-3F18-41A0-B790-BC8E8502B2A2}" destId="{F0BF2D7F-0005-41DE-AE07-9DA5ADCA80F0}" srcOrd="3" destOrd="0" presId="urn:microsoft.com/office/officeart/2008/layout/HalfCircleOrganizationChart"/>
    <dgm:cxn modelId="{98B21268-79A5-4401-B672-25857363D2F0}" type="presParOf" srcId="{A751D44E-2FCE-4306-AB23-8E4508B3641F}" destId="{666FF15F-B6D4-4D30-A41C-D8B1B3F731EB}" srcOrd="1" destOrd="0" presId="urn:microsoft.com/office/officeart/2008/layout/HalfCircleOrganizationChart"/>
    <dgm:cxn modelId="{64C1CC98-4231-4E55-8DBA-27215C405838}" type="presParOf" srcId="{A751D44E-2FCE-4306-AB23-8E4508B3641F}" destId="{DE3B530F-FA8A-47A4-A56E-4D29F8168EA2}" srcOrd="2" destOrd="0" presId="urn:microsoft.com/office/officeart/2008/layout/HalfCircleOrganizationChart"/>
    <dgm:cxn modelId="{B98E999E-56D9-442B-BA9A-D8CEED99F1A7}" type="presParOf" srcId="{B20FADD0-D156-4B3B-B0F5-F2668637E476}" destId="{C6AE689A-E477-41B1-A095-A633A785B339}" srcOrd="2" destOrd="0" presId="urn:microsoft.com/office/officeart/2008/layout/HalfCircleOrganizationChart"/>
    <dgm:cxn modelId="{5AE20404-76BB-461D-AAAC-5DED4E7488E4}" type="presParOf" srcId="{DF73E25B-47A0-4C38-B1D0-0FDA6F0D1086}" destId="{B351F94A-65EC-4893-B958-5FDA041CB226}" srcOrd="10" destOrd="0" presId="urn:microsoft.com/office/officeart/2008/layout/HalfCircleOrganizationChart"/>
    <dgm:cxn modelId="{34C16C0C-4E37-457C-8146-697A0A42F83E}" type="presParOf" srcId="{DF73E25B-47A0-4C38-B1D0-0FDA6F0D1086}" destId="{EC5AB668-9584-4628-92F7-6530E340144A}" srcOrd="11" destOrd="0" presId="urn:microsoft.com/office/officeart/2008/layout/HalfCircleOrganizationChart"/>
    <dgm:cxn modelId="{A9E8F0FE-4F96-40B4-AC23-2F0C901B93E8}" type="presParOf" srcId="{EC5AB668-9584-4628-92F7-6530E340144A}" destId="{9087ACB5-8F0F-4427-9C13-5A9E8B19792D}" srcOrd="0" destOrd="0" presId="urn:microsoft.com/office/officeart/2008/layout/HalfCircleOrganizationChart"/>
    <dgm:cxn modelId="{1ED28C4C-F26F-4562-8C47-680D4AB99F18}" type="presParOf" srcId="{9087ACB5-8F0F-4427-9C13-5A9E8B19792D}" destId="{4B28D8FA-7D74-4C08-B99B-D6DFD1C5818D}" srcOrd="0" destOrd="0" presId="urn:microsoft.com/office/officeart/2008/layout/HalfCircleOrganizationChart"/>
    <dgm:cxn modelId="{1E790D59-2B11-451C-94D2-44659C8502B4}" type="presParOf" srcId="{9087ACB5-8F0F-4427-9C13-5A9E8B19792D}" destId="{83990ABC-63CF-498E-851F-9E548544C936}" srcOrd="1" destOrd="0" presId="urn:microsoft.com/office/officeart/2008/layout/HalfCircleOrganizationChart"/>
    <dgm:cxn modelId="{FB6E8F60-F74E-4728-8903-D111A8307620}" type="presParOf" srcId="{9087ACB5-8F0F-4427-9C13-5A9E8B19792D}" destId="{6B38CA5E-CC4F-4B02-81DF-04DADF532FF6}" srcOrd="2" destOrd="0" presId="urn:microsoft.com/office/officeart/2008/layout/HalfCircleOrganizationChart"/>
    <dgm:cxn modelId="{04664654-CA54-4B0A-8EFA-2943F33D5FF7}" type="presParOf" srcId="{9087ACB5-8F0F-4427-9C13-5A9E8B19792D}" destId="{73BF4F77-FECC-4705-B771-448656827ED7}" srcOrd="3" destOrd="0" presId="urn:microsoft.com/office/officeart/2008/layout/HalfCircleOrganizationChart"/>
    <dgm:cxn modelId="{8E841026-AA59-421D-93D0-01D9B64D9AF1}" type="presParOf" srcId="{EC5AB668-9584-4628-92F7-6530E340144A}" destId="{CA465A46-509C-4839-BB89-D63BF66FD044}" srcOrd="1" destOrd="0" presId="urn:microsoft.com/office/officeart/2008/layout/HalfCircleOrganizationChart"/>
    <dgm:cxn modelId="{D6367BFC-F271-4058-A43D-C69D2643D212}" type="presParOf" srcId="{EC5AB668-9584-4628-92F7-6530E340144A}" destId="{3B7453C0-B0E9-4F20-88D7-EB08DA381FA7}" srcOrd="2" destOrd="0" presId="urn:microsoft.com/office/officeart/2008/layout/HalfCircleOrganizationChart"/>
    <dgm:cxn modelId="{E1193E89-22DD-4EA1-BF6A-0F9BBFAEFCAC}" type="presParOf" srcId="{DF73E25B-47A0-4C38-B1D0-0FDA6F0D1086}" destId="{EBA79AC4-D5CB-4BC7-BE8D-21CEFC9A93CE}" srcOrd="12" destOrd="0" presId="urn:microsoft.com/office/officeart/2008/layout/HalfCircleOrganizationChart"/>
    <dgm:cxn modelId="{42B3A564-6296-47EB-8BB1-A0C86776FA4A}" type="presParOf" srcId="{DF73E25B-47A0-4C38-B1D0-0FDA6F0D1086}" destId="{5D5B1004-D0BD-4926-B720-37F608969F7E}" srcOrd="13" destOrd="0" presId="urn:microsoft.com/office/officeart/2008/layout/HalfCircleOrganizationChart"/>
    <dgm:cxn modelId="{DBE461EC-964C-480B-A876-FFD90AE7435F}" type="presParOf" srcId="{5D5B1004-D0BD-4926-B720-37F608969F7E}" destId="{1199FC0F-20A0-47AF-8404-3C66CD09B4F2}" srcOrd="0" destOrd="0" presId="urn:microsoft.com/office/officeart/2008/layout/HalfCircleOrganizationChart"/>
    <dgm:cxn modelId="{6FDDE6B1-6366-4968-A055-3881D2C7770A}" type="presParOf" srcId="{1199FC0F-20A0-47AF-8404-3C66CD09B4F2}" destId="{9BC0A0A8-5471-448D-A6C2-0DBE58ECE2C3}" srcOrd="0" destOrd="0" presId="urn:microsoft.com/office/officeart/2008/layout/HalfCircleOrganizationChart"/>
    <dgm:cxn modelId="{101772E0-D3E5-4E3C-96F6-7F306CD595BD}" type="presParOf" srcId="{1199FC0F-20A0-47AF-8404-3C66CD09B4F2}" destId="{9905A4CF-0F55-43AF-9964-1D0CE3DA203B}" srcOrd="1" destOrd="0" presId="urn:microsoft.com/office/officeart/2008/layout/HalfCircleOrganizationChart"/>
    <dgm:cxn modelId="{82FC18CF-7D4F-47DC-9484-D4203FD1E00F}" type="presParOf" srcId="{1199FC0F-20A0-47AF-8404-3C66CD09B4F2}" destId="{2D7F48C8-E109-4B2E-88C7-65C5E824A113}" srcOrd="2" destOrd="0" presId="urn:microsoft.com/office/officeart/2008/layout/HalfCircleOrganizationChart"/>
    <dgm:cxn modelId="{70221DA9-739A-4740-8821-74A0E598B6BA}" type="presParOf" srcId="{1199FC0F-20A0-47AF-8404-3C66CD09B4F2}" destId="{6EF0C2EE-938F-4B58-BB17-F983BC994194}" srcOrd="3" destOrd="0" presId="urn:microsoft.com/office/officeart/2008/layout/HalfCircleOrganizationChart"/>
    <dgm:cxn modelId="{990D0E29-2CFB-41A1-A377-A41415116C5B}" type="presParOf" srcId="{5D5B1004-D0BD-4926-B720-37F608969F7E}" destId="{5A96BBF7-6594-4498-8E92-27139767A183}" srcOrd="1" destOrd="0" presId="urn:microsoft.com/office/officeart/2008/layout/HalfCircleOrganizationChart"/>
    <dgm:cxn modelId="{7202CE82-196B-4F4B-AB67-E70DCC739C02}" type="presParOf" srcId="{5A96BBF7-6594-4498-8E92-27139767A183}" destId="{260DA344-27AF-4C22-9887-69FC7DC67CD2}" srcOrd="0" destOrd="0" presId="urn:microsoft.com/office/officeart/2008/layout/HalfCircleOrganizationChart"/>
    <dgm:cxn modelId="{99EB1181-968E-480D-B525-373583E905BE}" type="presParOf" srcId="{5A96BBF7-6594-4498-8E92-27139767A183}" destId="{685CEEDC-0A3E-457C-80C5-9EE7C714558E}" srcOrd="1" destOrd="0" presId="urn:microsoft.com/office/officeart/2008/layout/HalfCircleOrganizationChart"/>
    <dgm:cxn modelId="{1B155F51-4CFE-4D38-85D8-94E6FE83DEFE}" type="presParOf" srcId="{685CEEDC-0A3E-457C-80C5-9EE7C714558E}" destId="{2A961614-2C03-46B4-9E34-816055E352C8}" srcOrd="0" destOrd="0" presId="urn:microsoft.com/office/officeart/2008/layout/HalfCircleOrganizationChart"/>
    <dgm:cxn modelId="{B79AC9EF-25DC-4CD5-823A-01CBDB564AB7}" type="presParOf" srcId="{2A961614-2C03-46B4-9E34-816055E352C8}" destId="{112DC41E-0830-4244-99E1-4380E457E2C8}" srcOrd="0" destOrd="0" presId="urn:microsoft.com/office/officeart/2008/layout/HalfCircleOrganizationChart"/>
    <dgm:cxn modelId="{8B82E16F-90B1-4F32-8945-49169D7F0484}" type="presParOf" srcId="{2A961614-2C03-46B4-9E34-816055E352C8}" destId="{CE60B362-D9DF-4158-912E-B9AD0BE597FD}" srcOrd="1" destOrd="0" presId="urn:microsoft.com/office/officeart/2008/layout/HalfCircleOrganizationChart"/>
    <dgm:cxn modelId="{AB9A50F1-F490-456E-8E6A-5F440CAF8CF6}" type="presParOf" srcId="{2A961614-2C03-46B4-9E34-816055E352C8}" destId="{2B34BBFA-FEE1-4A59-8554-FA6859CFE1DD}" srcOrd="2" destOrd="0" presId="urn:microsoft.com/office/officeart/2008/layout/HalfCircleOrganizationChart"/>
    <dgm:cxn modelId="{312288AA-26C4-4C50-B0F7-5C892A942633}" type="presParOf" srcId="{2A961614-2C03-46B4-9E34-816055E352C8}" destId="{369CD375-D03C-47EE-8B29-AE6B1FBB6878}" srcOrd="3" destOrd="0" presId="urn:microsoft.com/office/officeart/2008/layout/HalfCircleOrganizationChart"/>
    <dgm:cxn modelId="{87BBD664-C1A3-41F2-B1E5-A51A1B8AE403}" type="presParOf" srcId="{685CEEDC-0A3E-457C-80C5-9EE7C714558E}" destId="{CE4FC271-6B23-429B-8448-E5D733F047CE}" srcOrd="1" destOrd="0" presId="urn:microsoft.com/office/officeart/2008/layout/HalfCircleOrganizationChart"/>
    <dgm:cxn modelId="{081E842C-EC3F-4C43-95AA-7F2084FCC801}" type="presParOf" srcId="{685CEEDC-0A3E-457C-80C5-9EE7C714558E}" destId="{33369763-DD69-4181-B805-11CA3AC1AF4D}" srcOrd="2" destOrd="0" presId="urn:microsoft.com/office/officeart/2008/layout/HalfCircleOrganizationChart"/>
    <dgm:cxn modelId="{1B965FB9-875B-49FE-BC2B-91C01EDFF2D0}" type="presParOf" srcId="{5A96BBF7-6594-4498-8E92-27139767A183}" destId="{DE221A5E-3EA4-410F-B748-9887B5B686FE}" srcOrd="2" destOrd="0" presId="urn:microsoft.com/office/officeart/2008/layout/HalfCircleOrganizationChart"/>
    <dgm:cxn modelId="{797044ED-2295-4575-A5C0-57A740B68AB3}" type="presParOf" srcId="{5A96BBF7-6594-4498-8E92-27139767A183}" destId="{9B0F65BD-CECA-40FB-B22A-542F15DB2D46}" srcOrd="3" destOrd="0" presId="urn:microsoft.com/office/officeart/2008/layout/HalfCircleOrganizationChart"/>
    <dgm:cxn modelId="{89D8C9E2-7456-47C5-BB05-BA8AC818DBE7}" type="presParOf" srcId="{9B0F65BD-CECA-40FB-B22A-542F15DB2D46}" destId="{104249E5-69B3-4680-AF2E-76DB3120AE4F}" srcOrd="0" destOrd="0" presId="urn:microsoft.com/office/officeart/2008/layout/HalfCircleOrganizationChart"/>
    <dgm:cxn modelId="{83712ADF-DB03-41BF-9C9E-C20EA98FCB40}" type="presParOf" srcId="{104249E5-69B3-4680-AF2E-76DB3120AE4F}" destId="{FEFE2A1F-B4B5-4939-ABE3-A6627E9130FD}" srcOrd="0" destOrd="0" presId="urn:microsoft.com/office/officeart/2008/layout/HalfCircleOrganizationChart"/>
    <dgm:cxn modelId="{74E0E0F7-3893-484B-9DCC-5C5191EB8713}" type="presParOf" srcId="{104249E5-69B3-4680-AF2E-76DB3120AE4F}" destId="{F9F439F2-D4BA-451D-8FA8-061625189FEB}" srcOrd="1" destOrd="0" presId="urn:microsoft.com/office/officeart/2008/layout/HalfCircleOrganizationChart"/>
    <dgm:cxn modelId="{7387B804-6CBB-4A2B-8E50-D303A8B9A4CC}" type="presParOf" srcId="{104249E5-69B3-4680-AF2E-76DB3120AE4F}" destId="{4DFA1EC2-BF94-4A7F-9787-54C0D4C4850A}" srcOrd="2" destOrd="0" presId="urn:microsoft.com/office/officeart/2008/layout/HalfCircleOrganizationChart"/>
    <dgm:cxn modelId="{ACD6202A-8307-445A-93BB-BEF73D14201C}" type="presParOf" srcId="{104249E5-69B3-4680-AF2E-76DB3120AE4F}" destId="{F20EFE2E-0C32-4052-B83A-FE98EE9118D5}" srcOrd="3" destOrd="0" presId="urn:microsoft.com/office/officeart/2008/layout/HalfCircleOrganizationChart"/>
    <dgm:cxn modelId="{EA767817-8C80-48D9-BF6E-F4B66066BBCF}" type="presParOf" srcId="{9B0F65BD-CECA-40FB-B22A-542F15DB2D46}" destId="{DFEFA1D2-C1FC-42FA-9C20-7B38FCE900D2}" srcOrd="1" destOrd="0" presId="urn:microsoft.com/office/officeart/2008/layout/HalfCircleOrganizationChart"/>
    <dgm:cxn modelId="{0F49516A-C1C2-4D4E-BE98-285098475808}" type="presParOf" srcId="{9B0F65BD-CECA-40FB-B22A-542F15DB2D46}" destId="{DA326C1C-CBB8-4F20-8871-A02063AB2D20}" srcOrd="2" destOrd="0" presId="urn:microsoft.com/office/officeart/2008/layout/HalfCircleOrganizationChart"/>
    <dgm:cxn modelId="{416184DA-C229-47E4-ACA6-CAE740C8DB8C}" type="presParOf" srcId="{5A96BBF7-6594-4498-8E92-27139767A183}" destId="{7F858FEE-F65D-427A-BEF4-E117C441BE86}" srcOrd="4" destOrd="0" presId="urn:microsoft.com/office/officeart/2008/layout/HalfCircleOrganizationChart"/>
    <dgm:cxn modelId="{2534A766-CD9B-4A60-84DD-B2AEF19CB485}" type="presParOf" srcId="{5A96BBF7-6594-4498-8E92-27139767A183}" destId="{902805C5-5890-428B-9638-3FCCA8718640}" srcOrd="5" destOrd="0" presId="urn:microsoft.com/office/officeart/2008/layout/HalfCircleOrganizationChart"/>
    <dgm:cxn modelId="{5054B013-D537-4C57-9A3D-7E88956A6ABB}" type="presParOf" srcId="{902805C5-5890-428B-9638-3FCCA8718640}" destId="{94ACCD00-9AD8-49B5-BC91-7386E74DD932}" srcOrd="0" destOrd="0" presId="urn:microsoft.com/office/officeart/2008/layout/HalfCircleOrganizationChart"/>
    <dgm:cxn modelId="{B5806037-525A-4FAD-8C55-C28B5EF0EBCC}" type="presParOf" srcId="{94ACCD00-9AD8-49B5-BC91-7386E74DD932}" destId="{401146C6-47A1-4368-B4BA-671E7460B9A2}" srcOrd="0" destOrd="0" presId="urn:microsoft.com/office/officeart/2008/layout/HalfCircleOrganizationChart"/>
    <dgm:cxn modelId="{77C818B8-3AA1-472D-8489-E3A134E2E00A}" type="presParOf" srcId="{94ACCD00-9AD8-49B5-BC91-7386E74DD932}" destId="{16FCF31D-7BAF-424D-8CE9-7F433C481E07}" srcOrd="1" destOrd="0" presId="urn:microsoft.com/office/officeart/2008/layout/HalfCircleOrganizationChart"/>
    <dgm:cxn modelId="{9E60189F-1207-457F-908A-C80BF3FA2BE0}" type="presParOf" srcId="{94ACCD00-9AD8-49B5-BC91-7386E74DD932}" destId="{5F1462BB-94AC-43C8-A2FF-6B6E513CDD98}" srcOrd="2" destOrd="0" presId="urn:microsoft.com/office/officeart/2008/layout/HalfCircleOrganizationChart"/>
    <dgm:cxn modelId="{8FE79B6C-8572-432E-8A08-15E895CA5FDA}" type="presParOf" srcId="{94ACCD00-9AD8-49B5-BC91-7386E74DD932}" destId="{EB7A84C9-FB36-4762-992F-7891BA34D6BD}" srcOrd="3" destOrd="0" presId="urn:microsoft.com/office/officeart/2008/layout/HalfCircleOrganizationChart"/>
    <dgm:cxn modelId="{C51F3029-69D9-40F9-8449-02CB3F0B89FD}" type="presParOf" srcId="{902805C5-5890-428B-9638-3FCCA8718640}" destId="{55D7A18D-851C-4C6E-A137-B56314C78261}" srcOrd="1" destOrd="0" presId="urn:microsoft.com/office/officeart/2008/layout/HalfCircleOrganizationChart"/>
    <dgm:cxn modelId="{B2BAC3D3-74D1-4204-B36E-D1C6E578CE32}" type="presParOf" srcId="{902805C5-5890-428B-9638-3FCCA8718640}" destId="{04A25273-FA0B-4982-B558-40C12652C054}" srcOrd="2" destOrd="0" presId="urn:microsoft.com/office/officeart/2008/layout/HalfCircleOrganizationChart"/>
    <dgm:cxn modelId="{FDBB5336-EA40-483A-AC8F-35AE70937985}" type="presParOf" srcId="{5A96BBF7-6594-4498-8E92-27139767A183}" destId="{D9DF2DEF-A198-4D26-B185-0F3E225613BA}" srcOrd="6" destOrd="0" presId="urn:microsoft.com/office/officeart/2008/layout/HalfCircleOrganizationChart"/>
    <dgm:cxn modelId="{3FF988DF-CD3D-404D-9B3B-DA17D961A003}" type="presParOf" srcId="{5A96BBF7-6594-4498-8E92-27139767A183}" destId="{16106752-6A4F-474E-95BD-4CC97A4B1F3A}" srcOrd="7" destOrd="0" presId="urn:microsoft.com/office/officeart/2008/layout/HalfCircleOrganizationChart"/>
    <dgm:cxn modelId="{52270F21-F5D5-461C-8792-31DD46D41F2C}" type="presParOf" srcId="{16106752-6A4F-474E-95BD-4CC97A4B1F3A}" destId="{38BE9C40-111D-4126-8610-AC6A9AC5077F}" srcOrd="0" destOrd="0" presId="urn:microsoft.com/office/officeart/2008/layout/HalfCircleOrganizationChart"/>
    <dgm:cxn modelId="{56D14598-0DE3-43CE-9BC1-38746CDD2B05}" type="presParOf" srcId="{38BE9C40-111D-4126-8610-AC6A9AC5077F}" destId="{74134009-8C23-4857-BAFE-D34F0CEE2BBA}" srcOrd="0" destOrd="0" presId="urn:microsoft.com/office/officeart/2008/layout/HalfCircleOrganizationChart"/>
    <dgm:cxn modelId="{A40B51AB-7081-4781-9548-A215E918781E}" type="presParOf" srcId="{38BE9C40-111D-4126-8610-AC6A9AC5077F}" destId="{929CE352-49F9-4794-99CC-B4D97C280E46}" srcOrd="1" destOrd="0" presId="urn:microsoft.com/office/officeart/2008/layout/HalfCircleOrganizationChart"/>
    <dgm:cxn modelId="{CE1BAE51-BF70-40FC-86C7-0A3DE0FB2B2D}" type="presParOf" srcId="{38BE9C40-111D-4126-8610-AC6A9AC5077F}" destId="{F33BCF7B-A1D1-4642-A1F4-07FFFB6224C1}" srcOrd="2" destOrd="0" presId="urn:microsoft.com/office/officeart/2008/layout/HalfCircleOrganizationChart"/>
    <dgm:cxn modelId="{2F3280EA-B505-464F-8F31-E9A76D7990F5}" type="presParOf" srcId="{38BE9C40-111D-4126-8610-AC6A9AC5077F}" destId="{4B46297D-6806-43A3-9077-F03EA9F2638C}" srcOrd="3" destOrd="0" presId="urn:microsoft.com/office/officeart/2008/layout/HalfCircleOrganizationChart"/>
    <dgm:cxn modelId="{D0EDC6C6-1F4F-43AB-B304-520DC57D80D0}" type="presParOf" srcId="{16106752-6A4F-474E-95BD-4CC97A4B1F3A}" destId="{18983405-DB9C-4FA6-A431-47078C00C8D2}" srcOrd="1" destOrd="0" presId="urn:microsoft.com/office/officeart/2008/layout/HalfCircleOrganizationChart"/>
    <dgm:cxn modelId="{6C471ABB-4B76-4835-A5E1-66D99E3197BC}" type="presParOf" srcId="{16106752-6A4F-474E-95BD-4CC97A4B1F3A}" destId="{DD0A4DD5-D633-42D4-83B3-9A14BFBFA17D}" srcOrd="2" destOrd="0" presId="urn:microsoft.com/office/officeart/2008/layout/HalfCircleOrganizationChart"/>
    <dgm:cxn modelId="{F5743A69-98A6-4BC7-B763-C8FE2D9BEF2C}" type="presParOf" srcId="{5A96BBF7-6594-4498-8E92-27139767A183}" destId="{FFAF8786-F32A-4CF8-8979-330B2EE12969}" srcOrd="8" destOrd="0" presId="urn:microsoft.com/office/officeart/2008/layout/HalfCircleOrganizationChart"/>
    <dgm:cxn modelId="{25454F74-3867-4EDC-A663-1EDD5E8C9173}" type="presParOf" srcId="{5A96BBF7-6594-4498-8E92-27139767A183}" destId="{1485F1AE-6F65-4679-9A85-B1893B75E624}" srcOrd="9" destOrd="0" presId="urn:microsoft.com/office/officeart/2008/layout/HalfCircleOrganizationChart"/>
    <dgm:cxn modelId="{EF16D394-E288-4CC6-B0D0-1DCB162AFD83}" type="presParOf" srcId="{1485F1AE-6F65-4679-9A85-B1893B75E624}" destId="{2D2A6BD8-5174-4DDB-B660-8FC319F1EA27}" srcOrd="0" destOrd="0" presId="urn:microsoft.com/office/officeart/2008/layout/HalfCircleOrganizationChart"/>
    <dgm:cxn modelId="{0F17A358-A3EA-4C00-8F38-C41868159F09}" type="presParOf" srcId="{2D2A6BD8-5174-4DDB-B660-8FC319F1EA27}" destId="{E017D077-6C1B-400B-82C7-484EED7358D5}" srcOrd="0" destOrd="0" presId="urn:microsoft.com/office/officeart/2008/layout/HalfCircleOrganizationChart"/>
    <dgm:cxn modelId="{23039157-340F-4DC4-863F-6E4A23891975}" type="presParOf" srcId="{2D2A6BD8-5174-4DDB-B660-8FC319F1EA27}" destId="{3E539950-CA52-4583-BABA-BF9FA56A435C}" srcOrd="1" destOrd="0" presId="urn:microsoft.com/office/officeart/2008/layout/HalfCircleOrganizationChart"/>
    <dgm:cxn modelId="{0A6EA574-AF01-42F4-B63B-8704CD322990}" type="presParOf" srcId="{2D2A6BD8-5174-4DDB-B660-8FC319F1EA27}" destId="{E24308CE-BEF6-4FB7-A529-8B73DD50ACB0}" srcOrd="2" destOrd="0" presId="urn:microsoft.com/office/officeart/2008/layout/HalfCircleOrganizationChart"/>
    <dgm:cxn modelId="{60ED2152-290D-4155-9BF1-F6FD8CA19AA0}" type="presParOf" srcId="{2D2A6BD8-5174-4DDB-B660-8FC319F1EA27}" destId="{AB56497D-C8BA-49BA-825A-4981C7337E54}" srcOrd="3" destOrd="0" presId="urn:microsoft.com/office/officeart/2008/layout/HalfCircleOrganizationChart"/>
    <dgm:cxn modelId="{D1F8F214-A822-42C3-987C-3E6DD8E7D508}" type="presParOf" srcId="{1485F1AE-6F65-4679-9A85-B1893B75E624}" destId="{34DAC71B-8B3A-4253-B785-C009B59D48B8}" srcOrd="1" destOrd="0" presId="urn:microsoft.com/office/officeart/2008/layout/HalfCircleOrganizationChart"/>
    <dgm:cxn modelId="{201A5680-97BD-49E8-BCF3-7F6DB7E02AC7}" type="presParOf" srcId="{1485F1AE-6F65-4679-9A85-B1893B75E624}" destId="{DBBAC58B-A1BB-4AC5-BBC1-832F9E88A593}" srcOrd="2" destOrd="0" presId="urn:microsoft.com/office/officeart/2008/layout/HalfCircleOrganizationChart"/>
    <dgm:cxn modelId="{1F383D85-1EF7-45C0-8041-92FACB0C259C}" type="presParOf" srcId="{5D5B1004-D0BD-4926-B720-37F608969F7E}" destId="{F69D9C86-EC8E-4BE6-9115-ECDB5A05A87B}" srcOrd="2" destOrd="0" presId="urn:microsoft.com/office/officeart/2008/layout/HalfCircleOrganizationChart"/>
    <dgm:cxn modelId="{C73DD0FF-2219-4F73-AAB9-66ED2FB4D628}" type="presParOf" srcId="{1FEFD406-6811-4CC8-A4A1-F9D2AF735DDF}" destId="{05E8B967-97F8-4CC0-A247-E6EEE66BB8FF}" srcOrd="2" destOrd="0" presId="urn:microsoft.com/office/officeart/2008/layout/HalfCircleOrganizationChart"/>
    <dgm:cxn modelId="{D5CEAE07-6319-4AA0-BEDF-652EB52BB2FF}" type="presParOf" srcId="{708658E0-7860-4CF8-A2B8-1ECBE1909534}" destId="{D4D8B44B-1865-4AB3-BF6B-A71A52D973E8}" srcOrd="2" destOrd="0" presId="urn:microsoft.com/office/officeart/2008/layout/HalfCircleOrganizationChart"/>
    <dgm:cxn modelId="{CB4E81A6-B59D-4069-8983-9BC18DD2E3D4}" type="presParOf" srcId="{708658E0-7860-4CF8-A2B8-1ECBE1909534}" destId="{76B82864-AB86-487A-88D3-35580BDFEDD9}" srcOrd="3" destOrd="0" presId="urn:microsoft.com/office/officeart/2008/layout/HalfCircleOrganizationChart"/>
    <dgm:cxn modelId="{0881BBC8-1C4C-4B3B-ABA5-572C5DDAD9F9}" type="presParOf" srcId="{76B82864-AB86-487A-88D3-35580BDFEDD9}" destId="{9BC1D3A6-E50E-4885-BC9F-C7082FA77379}" srcOrd="0" destOrd="0" presId="urn:microsoft.com/office/officeart/2008/layout/HalfCircleOrganizationChart"/>
    <dgm:cxn modelId="{0F678DB7-90D8-400B-BE67-4F96CF773D2C}" type="presParOf" srcId="{9BC1D3A6-E50E-4885-BC9F-C7082FA77379}" destId="{3BF5E3C3-2F7F-4A51-9932-6C7ECD390478}" srcOrd="0" destOrd="0" presId="urn:microsoft.com/office/officeart/2008/layout/HalfCircleOrganizationChart"/>
    <dgm:cxn modelId="{EA2F2696-5ED4-4C34-AE70-78D9E33ACDDB}" type="presParOf" srcId="{9BC1D3A6-E50E-4885-BC9F-C7082FA77379}" destId="{EE257B3B-1B16-447C-B17D-D1BDE5D62B23}" srcOrd="1" destOrd="0" presId="urn:microsoft.com/office/officeart/2008/layout/HalfCircleOrganizationChart"/>
    <dgm:cxn modelId="{6204B588-1748-4C80-B132-090FD18B9E00}" type="presParOf" srcId="{9BC1D3A6-E50E-4885-BC9F-C7082FA77379}" destId="{FD8BB696-8068-4E5C-BD2C-CED1790FE183}" srcOrd="2" destOrd="0" presId="urn:microsoft.com/office/officeart/2008/layout/HalfCircleOrganizationChart"/>
    <dgm:cxn modelId="{C723EA50-BA1F-4BB5-9BAE-53F239819362}" type="presParOf" srcId="{9BC1D3A6-E50E-4885-BC9F-C7082FA77379}" destId="{8DB3D3FB-8D4D-4765-93CC-A79BC1F7D5F7}" srcOrd="3" destOrd="0" presId="urn:microsoft.com/office/officeart/2008/layout/HalfCircleOrganizationChart"/>
    <dgm:cxn modelId="{73A51742-9605-4B45-A07A-13CD1CFC4BB1}" type="presParOf" srcId="{76B82864-AB86-487A-88D3-35580BDFEDD9}" destId="{DE8276D5-4424-401C-822D-46E46FD4CD21}" srcOrd="1" destOrd="0" presId="urn:microsoft.com/office/officeart/2008/layout/HalfCircleOrganizationChart"/>
    <dgm:cxn modelId="{20C9AE6F-AB5F-4F78-9708-49288FEF1A89}" type="presParOf" srcId="{76B82864-AB86-487A-88D3-35580BDFEDD9}" destId="{5B7DF4DC-E132-482A-9C2F-AF502F0E2012}" srcOrd="2" destOrd="0" presId="urn:microsoft.com/office/officeart/2008/layout/HalfCircleOrganizationChart"/>
    <dgm:cxn modelId="{38F11428-677F-497D-B8B2-411D51ACC6EF}" type="presParOf" srcId="{708658E0-7860-4CF8-A2B8-1ECBE1909534}" destId="{90CBE85E-76D9-4508-B34F-E19D0B5D6931}" srcOrd="4" destOrd="0" presId="urn:microsoft.com/office/officeart/2008/layout/HalfCircleOrganizationChart"/>
    <dgm:cxn modelId="{BA2B806E-0131-43B5-80CF-0BD2053DAE3D}" type="presParOf" srcId="{708658E0-7860-4CF8-A2B8-1ECBE1909534}" destId="{DABA7A63-AE9E-439C-B4CA-13F5B6488A34}" srcOrd="5" destOrd="0" presId="urn:microsoft.com/office/officeart/2008/layout/HalfCircleOrganizationChart"/>
    <dgm:cxn modelId="{67AEF02C-CC05-488B-BE76-F27EFDFE236A}" type="presParOf" srcId="{DABA7A63-AE9E-439C-B4CA-13F5B6488A34}" destId="{0CEF2115-985E-4B7B-B5FA-B73AB18DED78}" srcOrd="0" destOrd="0" presId="urn:microsoft.com/office/officeart/2008/layout/HalfCircleOrganizationChart"/>
    <dgm:cxn modelId="{48D1DDE9-116E-4952-B84D-822243354E5F}" type="presParOf" srcId="{0CEF2115-985E-4B7B-B5FA-B73AB18DED78}" destId="{04FC852C-B5C1-4A22-8717-165904F18A3F}" srcOrd="0" destOrd="0" presId="urn:microsoft.com/office/officeart/2008/layout/HalfCircleOrganizationChart"/>
    <dgm:cxn modelId="{10D4B70B-BC6C-47CD-AB9F-4A44B7E9A6AB}" type="presParOf" srcId="{0CEF2115-985E-4B7B-B5FA-B73AB18DED78}" destId="{D877DF5A-5BE0-49C9-BADC-B55FB5E4CC5C}" srcOrd="1" destOrd="0" presId="urn:microsoft.com/office/officeart/2008/layout/HalfCircleOrganizationChart"/>
    <dgm:cxn modelId="{19BD6863-B890-4579-817E-CD9900DD9378}" type="presParOf" srcId="{0CEF2115-985E-4B7B-B5FA-B73AB18DED78}" destId="{444474D4-9D0E-4F31-ACEF-400D3F710DF6}" srcOrd="2" destOrd="0" presId="urn:microsoft.com/office/officeart/2008/layout/HalfCircleOrganizationChart"/>
    <dgm:cxn modelId="{20BB6C3D-03DF-4930-AB83-CE0A3FF9CEC9}" type="presParOf" srcId="{0CEF2115-985E-4B7B-B5FA-B73AB18DED78}" destId="{8854C0C3-C863-4277-961C-2592C874816A}" srcOrd="3" destOrd="0" presId="urn:microsoft.com/office/officeart/2008/layout/HalfCircleOrganizationChart"/>
    <dgm:cxn modelId="{AF09D4F4-7D31-46D9-A263-412913EB1923}" type="presParOf" srcId="{DABA7A63-AE9E-439C-B4CA-13F5B6488A34}" destId="{729370EF-B43B-454C-AD50-D23B46D636A9}" srcOrd="1" destOrd="0" presId="urn:microsoft.com/office/officeart/2008/layout/HalfCircleOrganizationChart"/>
    <dgm:cxn modelId="{8E320B7A-BE3D-4E1A-8E3B-D73DC1FEEC2C}" type="presParOf" srcId="{DABA7A63-AE9E-439C-B4CA-13F5B6488A34}" destId="{414E16AC-C612-4407-BA8A-0BAA5A6B5D73}" srcOrd="2" destOrd="0" presId="urn:microsoft.com/office/officeart/2008/layout/HalfCircleOrganizationChart"/>
    <dgm:cxn modelId="{B8BBDDA8-B681-4F45-8C54-095E778E87F3}" type="presParOf" srcId="{9F2E8ABD-A70C-4F61-B7BB-F6F17B5CDE3D}" destId="{AED5A85F-7631-4CE0-873B-7FCA32879CC2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5A4745-1109-4D2F-8FC3-C57BFB0F96B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1CBCA1-592B-4DD2-9D47-5BCA11B3BF80}">
      <dgm:prSet phldrT="[Текст]"/>
      <dgm:spPr/>
      <dgm:t>
        <a:bodyPr/>
        <a:lstStyle/>
        <a:p>
          <a:r>
            <a:rPr lang="kk-KZ" dirty="0" smtClean="0"/>
            <a:t>Сәулешка</a:t>
          </a:r>
          <a:endParaRPr lang="ru-RU" dirty="0"/>
        </a:p>
      </dgm:t>
    </dgm:pt>
    <dgm:pt modelId="{FBE7CDA3-950E-4448-9096-358206326C8B}" type="parTrans" cxnId="{6CCA695F-53CF-4983-873A-CE1E428AA448}">
      <dgm:prSet/>
      <dgm:spPr/>
      <dgm:t>
        <a:bodyPr/>
        <a:lstStyle/>
        <a:p>
          <a:endParaRPr lang="ru-RU"/>
        </a:p>
      </dgm:t>
    </dgm:pt>
    <dgm:pt modelId="{F59280E0-E099-4183-A516-E593D6E816AF}" type="sibTrans" cxnId="{6CCA695F-53CF-4983-873A-CE1E428AA448}">
      <dgm:prSet/>
      <dgm:spPr/>
      <dgm:t>
        <a:bodyPr/>
        <a:lstStyle/>
        <a:p>
          <a:endParaRPr lang="ru-RU"/>
        </a:p>
      </dgm:t>
    </dgm:pt>
    <dgm:pt modelId="{5347818D-B70E-418C-A0C8-0C41BB7E7D82}" type="asst">
      <dgm:prSet phldrT="[Текст]"/>
      <dgm:spPr/>
      <dgm:t>
        <a:bodyPr/>
        <a:lstStyle/>
        <a:p>
          <a:r>
            <a:rPr lang="kk-KZ" dirty="0" smtClean="0"/>
            <a:t>Серик</a:t>
          </a:r>
          <a:endParaRPr lang="ru-RU" dirty="0"/>
        </a:p>
      </dgm:t>
    </dgm:pt>
    <dgm:pt modelId="{A6E4E61E-B513-4698-9C60-57B864A00AE5}" type="parTrans" cxnId="{710C1AB8-B42B-494C-BA58-B070684C5E98}">
      <dgm:prSet/>
      <dgm:spPr/>
      <dgm:t>
        <a:bodyPr/>
        <a:lstStyle/>
        <a:p>
          <a:endParaRPr lang="ru-RU"/>
        </a:p>
      </dgm:t>
    </dgm:pt>
    <dgm:pt modelId="{34B2E35D-77B5-48BF-9F6B-3774036603E6}" type="sibTrans" cxnId="{710C1AB8-B42B-494C-BA58-B070684C5E98}">
      <dgm:prSet/>
      <dgm:spPr/>
      <dgm:t>
        <a:bodyPr/>
        <a:lstStyle/>
        <a:p>
          <a:endParaRPr lang="ru-RU"/>
        </a:p>
      </dgm:t>
    </dgm:pt>
    <dgm:pt modelId="{E4A296EE-F4E6-4EA9-8358-CBF501DE6E8E}">
      <dgm:prSet phldrT="[Текст]"/>
      <dgm:spPr/>
      <dgm:t>
        <a:bodyPr/>
        <a:lstStyle/>
        <a:p>
          <a:r>
            <a:rPr lang="kk-KZ" dirty="0" smtClean="0"/>
            <a:t>Маралка</a:t>
          </a:r>
          <a:endParaRPr lang="ru-RU" dirty="0"/>
        </a:p>
      </dgm:t>
    </dgm:pt>
    <dgm:pt modelId="{DAABE06E-D133-447B-AD71-B94E67A202F9}" type="parTrans" cxnId="{4ECA0A07-7906-4E78-AA06-AB78410DA76C}">
      <dgm:prSet/>
      <dgm:spPr/>
      <dgm:t>
        <a:bodyPr/>
        <a:lstStyle/>
        <a:p>
          <a:endParaRPr lang="ru-RU"/>
        </a:p>
      </dgm:t>
    </dgm:pt>
    <dgm:pt modelId="{83FB40A5-EEC7-4596-8E1B-A1AC3CB99CD2}" type="sibTrans" cxnId="{4ECA0A07-7906-4E78-AA06-AB78410DA76C}">
      <dgm:prSet/>
      <dgm:spPr/>
      <dgm:t>
        <a:bodyPr/>
        <a:lstStyle/>
        <a:p>
          <a:endParaRPr lang="ru-RU"/>
        </a:p>
      </dgm:t>
    </dgm:pt>
    <dgm:pt modelId="{94302D9A-E7F1-44F2-A251-375452406E9F}">
      <dgm:prSet phldrT="[Текст]"/>
      <dgm:spPr/>
      <dgm:t>
        <a:bodyPr/>
        <a:lstStyle/>
        <a:p>
          <a:r>
            <a:rPr lang="kk-KZ" dirty="0" smtClean="0"/>
            <a:t>Гулімка</a:t>
          </a:r>
          <a:endParaRPr lang="ru-RU" dirty="0"/>
        </a:p>
      </dgm:t>
    </dgm:pt>
    <dgm:pt modelId="{A328EDD7-FC42-4446-9E30-82773E2B83AF}" type="parTrans" cxnId="{0AF2DC8A-6D8E-4693-A634-102E529E2E07}">
      <dgm:prSet/>
      <dgm:spPr/>
      <dgm:t>
        <a:bodyPr/>
        <a:lstStyle/>
        <a:p>
          <a:endParaRPr lang="ru-RU"/>
        </a:p>
      </dgm:t>
    </dgm:pt>
    <dgm:pt modelId="{8216D80A-0C91-43CE-85A7-0C10EE29D8A9}" type="sibTrans" cxnId="{0AF2DC8A-6D8E-4693-A634-102E529E2E07}">
      <dgm:prSet/>
      <dgm:spPr/>
      <dgm:t>
        <a:bodyPr/>
        <a:lstStyle/>
        <a:p>
          <a:endParaRPr lang="ru-RU"/>
        </a:p>
      </dgm:t>
    </dgm:pt>
    <dgm:pt modelId="{C5CBD092-6820-4C2A-A9FB-47DDA4F40F34}">
      <dgm:prSet phldrT="[Текст]"/>
      <dgm:spPr/>
      <dgm:t>
        <a:bodyPr/>
        <a:lstStyle/>
        <a:p>
          <a:r>
            <a:rPr lang="kk-KZ" dirty="0" smtClean="0"/>
            <a:t>Жанарка</a:t>
          </a:r>
          <a:endParaRPr lang="ru-RU" dirty="0"/>
        </a:p>
      </dgm:t>
    </dgm:pt>
    <dgm:pt modelId="{98D8C863-6A92-4B65-B7DD-A96EE1065592}" type="parTrans" cxnId="{2EA38430-1CA5-4D6C-B9AB-B70BF859EA3C}">
      <dgm:prSet/>
      <dgm:spPr/>
      <dgm:t>
        <a:bodyPr/>
        <a:lstStyle/>
        <a:p>
          <a:endParaRPr lang="ru-RU"/>
        </a:p>
      </dgm:t>
    </dgm:pt>
    <dgm:pt modelId="{9799EB3B-EA81-4D8B-ADCF-9B477F47DDE9}" type="sibTrans" cxnId="{2EA38430-1CA5-4D6C-B9AB-B70BF859EA3C}">
      <dgm:prSet/>
      <dgm:spPr/>
      <dgm:t>
        <a:bodyPr/>
        <a:lstStyle/>
        <a:p>
          <a:endParaRPr lang="ru-RU"/>
        </a:p>
      </dgm:t>
    </dgm:pt>
    <dgm:pt modelId="{9A72072D-3D81-4BE5-90E4-0F97593BBF45}">
      <dgm:prSet/>
      <dgm:spPr/>
      <dgm:t>
        <a:bodyPr/>
        <a:lstStyle/>
        <a:p>
          <a:r>
            <a:rPr lang="kk-KZ" dirty="0" smtClean="0"/>
            <a:t>Айгүлка</a:t>
          </a:r>
          <a:endParaRPr lang="ru-RU" dirty="0"/>
        </a:p>
      </dgm:t>
    </dgm:pt>
    <dgm:pt modelId="{081C1869-86E8-46B3-A135-2754617C1C7E}" type="parTrans" cxnId="{4B4D6B5F-E39B-42A2-B2CB-6ED2F1E5EA5A}">
      <dgm:prSet/>
      <dgm:spPr/>
      <dgm:t>
        <a:bodyPr/>
        <a:lstStyle/>
        <a:p>
          <a:endParaRPr lang="ru-RU"/>
        </a:p>
      </dgm:t>
    </dgm:pt>
    <dgm:pt modelId="{B06DD8E3-F94C-4034-9861-E7986CCE6F51}" type="sibTrans" cxnId="{4B4D6B5F-E39B-42A2-B2CB-6ED2F1E5EA5A}">
      <dgm:prSet/>
      <dgm:spPr/>
      <dgm:t>
        <a:bodyPr/>
        <a:lstStyle/>
        <a:p>
          <a:endParaRPr lang="ru-RU"/>
        </a:p>
      </dgm:t>
    </dgm:pt>
    <dgm:pt modelId="{22781104-CFDC-4304-B276-435AEE0090DA}">
      <dgm:prSet/>
      <dgm:spPr/>
      <dgm:t>
        <a:bodyPr/>
        <a:lstStyle/>
        <a:p>
          <a:r>
            <a:rPr lang="kk-KZ" dirty="0" smtClean="0"/>
            <a:t>Светака</a:t>
          </a:r>
          <a:endParaRPr lang="ru-RU" dirty="0"/>
        </a:p>
      </dgm:t>
    </dgm:pt>
    <dgm:pt modelId="{1EBA25B2-7399-400E-B58C-3964A8558F2E}" type="parTrans" cxnId="{0D934CD8-C6BB-43DF-9AF1-5051D4B8B74D}">
      <dgm:prSet/>
      <dgm:spPr/>
      <dgm:t>
        <a:bodyPr/>
        <a:lstStyle/>
        <a:p>
          <a:endParaRPr lang="ru-RU"/>
        </a:p>
      </dgm:t>
    </dgm:pt>
    <dgm:pt modelId="{2F0371DA-801A-48B8-A919-1A22E6801B30}" type="sibTrans" cxnId="{0D934CD8-C6BB-43DF-9AF1-5051D4B8B74D}">
      <dgm:prSet/>
      <dgm:spPr/>
      <dgm:t>
        <a:bodyPr/>
        <a:lstStyle/>
        <a:p>
          <a:endParaRPr lang="ru-RU"/>
        </a:p>
      </dgm:t>
    </dgm:pt>
    <dgm:pt modelId="{5C112148-334E-4C91-8AA2-A33857286424}">
      <dgm:prSet/>
      <dgm:spPr/>
      <dgm:t>
        <a:bodyPr/>
        <a:lstStyle/>
        <a:p>
          <a:r>
            <a:rPr lang="kk-KZ" dirty="0" smtClean="0"/>
            <a:t>Аленака</a:t>
          </a:r>
          <a:endParaRPr lang="ru-RU" dirty="0"/>
        </a:p>
      </dgm:t>
    </dgm:pt>
    <dgm:pt modelId="{34AC8813-F59D-48A7-8D6E-EC748C78A80F}" type="parTrans" cxnId="{2B78E81B-A373-4888-8478-FA7C5F73E99C}">
      <dgm:prSet/>
      <dgm:spPr/>
      <dgm:t>
        <a:bodyPr/>
        <a:lstStyle/>
        <a:p>
          <a:endParaRPr lang="ru-RU"/>
        </a:p>
      </dgm:t>
    </dgm:pt>
    <dgm:pt modelId="{8B474718-2541-44FA-A5AC-D8169F29D547}" type="sibTrans" cxnId="{2B78E81B-A373-4888-8478-FA7C5F73E99C}">
      <dgm:prSet/>
      <dgm:spPr/>
      <dgm:t>
        <a:bodyPr/>
        <a:lstStyle/>
        <a:p>
          <a:endParaRPr lang="ru-RU"/>
        </a:p>
      </dgm:t>
    </dgm:pt>
    <dgm:pt modelId="{E27BA1D4-DFE4-40C2-A245-6B92B72834EC}">
      <dgm:prSet/>
      <dgm:spPr/>
      <dgm:t>
        <a:bodyPr/>
        <a:lstStyle/>
        <a:p>
          <a:r>
            <a:rPr lang="kk-KZ" dirty="0" smtClean="0"/>
            <a:t>Анька</a:t>
          </a:r>
          <a:endParaRPr lang="ru-RU" dirty="0"/>
        </a:p>
      </dgm:t>
    </dgm:pt>
    <dgm:pt modelId="{A3ACA606-98CE-4803-89A5-7B75E51B4299}" type="parTrans" cxnId="{9DD1863F-C0CB-47C8-A156-785CED0D0387}">
      <dgm:prSet/>
      <dgm:spPr/>
      <dgm:t>
        <a:bodyPr/>
        <a:lstStyle/>
        <a:p>
          <a:endParaRPr lang="ru-RU"/>
        </a:p>
      </dgm:t>
    </dgm:pt>
    <dgm:pt modelId="{C32DF528-FFBB-4F8E-83A2-5168EC5F6A5B}" type="sibTrans" cxnId="{9DD1863F-C0CB-47C8-A156-785CED0D0387}">
      <dgm:prSet/>
      <dgm:spPr/>
      <dgm:t>
        <a:bodyPr/>
        <a:lstStyle/>
        <a:p>
          <a:endParaRPr lang="ru-RU"/>
        </a:p>
      </dgm:t>
    </dgm:pt>
    <dgm:pt modelId="{4BDD401E-A91F-44BC-8D90-A07ADF10EA39}">
      <dgm:prSet/>
      <dgm:spPr/>
      <dgm:t>
        <a:bodyPr/>
        <a:lstStyle/>
        <a:p>
          <a:r>
            <a:rPr lang="kk-KZ" dirty="0" smtClean="0"/>
            <a:t>Галинка</a:t>
          </a:r>
          <a:endParaRPr lang="ru-RU" dirty="0"/>
        </a:p>
      </dgm:t>
    </dgm:pt>
    <dgm:pt modelId="{48E2066C-38A6-4576-B767-FA04A8B17455}" type="parTrans" cxnId="{C6A1143F-BD0D-4AB3-BE76-23B89774D407}">
      <dgm:prSet/>
      <dgm:spPr/>
      <dgm:t>
        <a:bodyPr/>
        <a:lstStyle/>
        <a:p>
          <a:endParaRPr lang="ru-RU"/>
        </a:p>
      </dgm:t>
    </dgm:pt>
    <dgm:pt modelId="{9140E78B-BE46-44E4-8081-74A3D1AD78D9}" type="sibTrans" cxnId="{C6A1143F-BD0D-4AB3-BE76-23B89774D407}">
      <dgm:prSet/>
      <dgm:spPr/>
      <dgm:t>
        <a:bodyPr/>
        <a:lstStyle/>
        <a:p>
          <a:endParaRPr lang="ru-RU"/>
        </a:p>
      </dgm:t>
    </dgm:pt>
    <dgm:pt modelId="{0A12C4C3-EEE0-41DA-9370-5D443FA6269D}" type="pres">
      <dgm:prSet presAssocID="{7A5A4745-1109-4D2F-8FC3-C57BFB0F96B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66CFCF4-FACA-4288-B4F6-8F843F6E3421}" type="pres">
      <dgm:prSet presAssocID="{7A5A4745-1109-4D2F-8FC3-C57BFB0F96BA}" presName="hierFlow" presStyleCnt="0"/>
      <dgm:spPr/>
    </dgm:pt>
    <dgm:pt modelId="{0CE98D2F-907F-4482-AE43-ACB6644F819F}" type="pres">
      <dgm:prSet presAssocID="{7A5A4745-1109-4D2F-8FC3-C57BFB0F96B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F17BA4E-B777-483A-B381-A324BF701C12}" type="pres">
      <dgm:prSet presAssocID="{481CBCA1-592B-4DD2-9D47-5BCA11B3BF80}" presName="Name14" presStyleCnt="0"/>
      <dgm:spPr/>
    </dgm:pt>
    <dgm:pt modelId="{D7A6CB59-8DA7-49B4-B299-F6538588EE8C}" type="pres">
      <dgm:prSet presAssocID="{481CBCA1-592B-4DD2-9D47-5BCA11B3BF80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BA0E508-953B-4D01-8CB3-D89BCB2AB133}" type="pres">
      <dgm:prSet presAssocID="{481CBCA1-592B-4DD2-9D47-5BCA11B3BF80}" presName="hierChild2" presStyleCnt="0"/>
      <dgm:spPr/>
    </dgm:pt>
    <dgm:pt modelId="{88632E11-5E8A-4137-814C-26B771DF41B9}" type="pres">
      <dgm:prSet presAssocID="{A6E4E61E-B513-4698-9C60-57B864A00AE5}" presName="Name19" presStyleLbl="parChTrans1D2" presStyleIdx="0" presStyleCnt="4"/>
      <dgm:spPr/>
      <dgm:t>
        <a:bodyPr/>
        <a:lstStyle/>
        <a:p>
          <a:endParaRPr lang="ru-RU"/>
        </a:p>
      </dgm:t>
    </dgm:pt>
    <dgm:pt modelId="{1681C07F-BA65-49F5-A676-D43CB6CF8F11}" type="pres">
      <dgm:prSet presAssocID="{5347818D-B70E-418C-A0C8-0C41BB7E7D82}" presName="Name21" presStyleCnt="0"/>
      <dgm:spPr/>
    </dgm:pt>
    <dgm:pt modelId="{6B203F70-4D35-490D-BD27-B1A830818DD6}" type="pres">
      <dgm:prSet presAssocID="{5347818D-B70E-418C-A0C8-0C41BB7E7D82}" presName="level2Shape" presStyleLbl="asst1" presStyleIdx="0" presStyleCnt="1"/>
      <dgm:spPr/>
      <dgm:t>
        <a:bodyPr/>
        <a:lstStyle/>
        <a:p>
          <a:endParaRPr lang="ru-RU"/>
        </a:p>
      </dgm:t>
    </dgm:pt>
    <dgm:pt modelId="{59D42DAA-B4CB-4C1E-8CA9-D55E85DCB9C7}" type="pres">
      <dgm:prSet presAssocID="{5347818D-B70E-418C-A0C8-0C41BB7E7D82}" presName="hierChild3" presStyleCnt="0"/>
      <dgm:spPr/>
    </dgm:pt>
    <dgm:pt modelId="{9DFF85DA-D002-4DD4-BB74-C13DEB9D15D4}" type="pres">
      <dgm:prSet presAssocID="{DAABE06E-D133-447B-AD71-B94E67A202F9}" presName="Name19" presStyleLbl="parChTrans1D2" presStyleIdx="1" presStyleCnt="4"/>
      <dgm:spPr/>
      <dgm:t>
        <a:bodyPr/>
        <a:lstStyle/>
        <a:p>
          <a:endParaRPr lang="ru-RU"/>
        </a:p>
      </dgm:t>
    </dgm:pt>
    <dgm:pt modelId="{7183957A-1583-48C4-B1D3-48BF4693F9DC}" type="pres">
      <dgm:prSet presAssocID="{E4A296EE-F4E6-4EA9-8358-CBF501DE6E8E}" presName="Name21" presStyleCnt="0"/>
      <dgm:spPr/>
    </dgm:pt>
    <dgm:pt modelId="{9BC2740B-2E6F-45A6-91E5-EA5AD5C4EB00}" type="pres">
      <dgm:prSet presAssocID="{E4A296EE-F4E6-4EA9-8358-CBF501DE6E8E}" presName="level2Shape" presStyleLbl="node2" presStyleIdx="0" presStyleCnt="3"/>
      <dgm:spPr/>
      <dgm:t>
        <a:bodyPr/>
        <a:lstStyle/>
        <a:p>
          <a:endParaRPr lang="ru-RU"/>
        </a:p>
      </dgm:t>
    </dgm:pt>
    <dgm:pt modelId="{8A61CD3C-7EBA-4D78-A611-E0AF6D34887F}" type="pres">
      <dgm:prSet presAssocID="{E4A296EE-F4E6-4EA9-8358-CBF501DE6E8E}" presName="hierChild3" presStyleCnt="0"/>
      <dgm:spPr/>
    </dgm:pt>
    <dgm:pt modelId="{3A77C1FF-AC76-489F-B77B-A01D756F61B9}" type="pres">
      <dgm:prSet presAssocID="{A3ACA606-98CE-4803-89A5-7B75E51B4299}" presName="Name19" presStyleLbl="parChTrans1D3" presStyleIdx="0" presStyleCnt="4"/>
      <dgm:spPr/>
      <dgm:t>
        <a:bodyPr/>
        <a:lstStyle/>
        <a:p>
          <a:endParaRPr lang="ru-RU"/>
        </a:p>
      </dgm:t>
    </dgm:pt>
    <dgm:pt modelId="{9486412E-78B8-47E2-83B3-A23865C9DD64}" type="pres">
      <dgm:prSet presAssocID="{E27BA1D4-DFE4-40C2-A245-6B92B72834EC}" presName="Name21" presStyleCnt="0"/>
      <dgm:spPr/>
    </dgm:pt>
    <dgm:pt modelId="{16624B65-4BF0-4B55-89B1-F29F8FC135A2}" type="pres">
      <dgm:prSet presAssocID="{E27BA1D4-DFE4-40C2-A245-6B92B72834EC}" presName="level2Shape" presStyleLbl="node3" presStyleIdx="0" presStyleCnt="4"/>
      <dgm:spPr/>
      <dgm:t>
        <a:bodyPr/>
        <a:lstStyle/>
        <a:p>
          <a:endParaRPr lang="ru-RU"/>
        </a:p>
      </dgm:t>
    </dgm:pt>
    <dgm:pt modelId="{5F957AC1-959F-4252-B65F-2A3926A59162}" type="pres">
      <dgm:prSet presAssocID="{E27BA1D4-DFE4-40C2-A245-6B92B72834EC}" presName="hierChild3" presStyleCnt="0"/>
      <dgm:spPr/>
    </dgm:pt>
    <dgm:pt modelId="{0613CCD1-8DA7-4605-B75D-59A623B28248}" type="pres">
      <dgm:prSet presAssocID="{48E2066C-38A6-4576-B767-FA04A8B17455}" presName="Name19" presStyleLbl="parChTrans1D3" presStyleIdx="1" presStyleCnt="4"/>
      <dgm:spPr/>
      <dgm:t>
        <a:bodyPr/>
        <a:lstStyle/>
        <a:p>
          <a:endParaRPr lang="ru-RU"/>
        </a:p>
      </dgm:t>
    </dgm:pt>
    <dgm:pt modelId="{3A7B1CEE-4329-4B67-8ACF-63478BA37FAA}" type="pres">
      <dgm:prSet presAssocID="{4BDD401E-A91F-44BC-8D90-A07ADF10EA39}" presName="Name21" presStyleCnt="0"/>
      <dgm:spPr/>
    </dgm:pt>
    <dgm:pt modelId="{B53CD8D6-C050-4D4C-8330-6581C3268036}" type="pres">
      <dgm:prSet presAssocID="{4BDD401E-A91F-44BC-8D90-A07ADF10EA39}" presName="level2Shape" presStyleLbl="node3" presStyleIdx="1" presStyleCnt="4"/>
      <dgm:spPr/>
      <dgm:t>
        <a:bodyPr/>
        <a:lstStyle/>
        <a:p>
          <a:endParaRPr lang="ru-RU"/>
        </a:p>
      </dgm:t>
    </dgm:pt>
    <dgm:pt modelId="{D9B31D00-3E57-45DC-A9CD-D293A5101E69}" type="pres">
      <dgm:prSet presAssocID="{4BDD401E-A91F-44BC-8D90-A07ADF10EA39}" presName="hierChild3" presStyleCnt="0"/>
      <dgm:spPr/>
    </dgm:pt>
    <dgm:pt modelId="{D17524B3-0DC3-4BE8-BA2C-35FD2107065B}" type="pres">
      <dgm:prSet presAssocID="{A328EDD7-FC42-4446-9E30-82773E2B83AF}" presName="Name19" presStyleLbl="parChTrans1D2" presStyleIdx="2" presStyleCnt="4"/>
      <dgm:spPr/>
      <dgm:t>
        <a:bodyPr/>
        <a:lstStyle/>
        <a:p>
          <a:endParaRPr lang="ru-RU"/>
        </a:p>
      </dgm:t>
    </dgm:pt>
    <dgm:pt modelId="{798E3D7B-66D0-469D-BDE5-8EF0B94E83E7}" type="pres">
      <dgm:prSet presAssocID="{94302D9A-E7F1-44F2-A251-375452406E9F}" presName="Name21" presStyleCnt="0"/>
      <dgm:spPr/>
    </dgm:pt>
    <dgm:pt modelId="{D50965C4-71C2-4827-AD10-35E66E1653CF}" type="pres">
      <dgm:prSet presAssocID="{94302D9A-E7F1-44F2-A251-375452406E9F}" presName="level2Shape" presStyleLbl="node2" presStyleIdx="1" presStyleCnt="3"/>
      <dgm:spPr/>
      <dgm:t>
        <a:bodyPr/>
        <a:lstStyle/>
        <a:p>
          <a:endParaRPr lang="ru-RU"/>
        </a:p>
      </dgm:t>
    </dgm:pt>
    <dgm:pt modelId="{306B3815-799E-497F-B2F7-AE1B94F7C02E}" type="pres">
      <dgm:prSet presAssocID="{94302D9A-E7F1-44F2-A251-375452406E9F}" presName="hierChild3" presStyleCnt="0"/>
      <dgm:spPr/>
    </dgm:pt>
    <dgm:pt modelId="{66B04DCD-76FB-45EC-860D-5BA8675B6B83}" type="pres">
      <dgm:prSet presAssocID="{98D8C863-6A92-4B65-B7DD-A96EE1065592}" presName="Name19" presStyleLbl="parChTrans1D2" presStyleIdx="3" presStyleCnt="4"/>
      <dgm:spPr/>
      <dgm:t>
        <a:bodyPr/>
        <a:lstStyle/>
        <a:p>
          <a:endParaRPr lang="ru-RU"/>
        </a:p>
      </dgm:t>
    </dgm:pt>
    <dgm:pt modelId="{FBED5E38-7249-42B7-873D-176DA64903DD}" type="pres">
      <dgm:prSet presAssocID="{C5CBD092-6820-4C2A-A9FB-47DDA4F40F34}" presName="Name21" presStyleCnt="0"/>
      <dgm:spPr/>
    </dgm:pt>
    <dgm:pt modelId="{8CFF2D82-0993-4BF1-9ABC-EE5AE3A7B058}" type="pres">
      <dgm:prSet presAssocID="{C5CBD092-6820-4C2A-A9FB-47DDA4F40F34}" presName="level2Shape" presStyleLbl="node2" presStyleIdx="2" presStyleCnt="3" custLinFactNeighborX="-2726" custLinFactNeighborY="1022"/>
      <dgm:spPr/>
      <dgm:t>
        <a:bodyPr/>
        <a:lstStyle/>
        <a:p>
          <a:endParaRPr lang="ru-RU"/>
        </a:p>
      </dgm:t>
    </dgm:pt>
    <dgm:pt modelId="{6CCD6BFF-ADE4-4DC6-AD73-D723F9BECAEB}" type="pres">
      <dgm:prSet presAssocID="{C5CBD092-6820-4C2A-A9FB-47DDA4F40F34}" presName="hierChild3" presStyleCnt="0"/>
      <dgm:spPr/>
    </dgm:pt>
    <dgm:pt modelId="{C8B1AE2A-8910-401C-86D1-B84E1F9FE65C}" type="pres">
      <dgm:prSet presAssocID="{081C1869-86E8-46B3-A135-2754617C1C7E}" presName="Name19" presStyleLbl="parChTrans1D3" presStyleIdx="2" presStyleCnt="4"/>
      <dgm:spPr/>
      <dgm:t>
        <a:bodyPr/>
        <a:lstStyle/>
        <a:p>
          <a:endParaRPr lang="ru-RU"/>
        </a:p>
      </dgm:t>
    </dgm:pt>
    <dgm:pt modelId="{F99F8D71-2838-418B-AB59-E69A91F16963}" type="pres">
      <dgm:prSet presAssocID="{9A72072D-3D81-4BE5-90E4-0F97593BBF45}" presName="Name21" presStyleCnt="0"/>
      <dgm:spPr/>
    </dgm:pt>
    <dgm:pt modelId="{8D2FF0DD-C72E-4A0D-B0DC-6CC473F2BB95}" type="pres">
      <dgm:prSet presAssocID="{9A72072D-3D81-4BE5-90E4-0F97593BBF45}" presName="level2Shape" presStyleLbl="node3" presStyleIdx="2" presStyleCnt="4"/>
      <dgm:spPr/>
      <dgm:t>
        <a:bodyPr/>
        <a:lstStyle/>
        <a:p>
          <a:endParaRPr lang="ru-RU"/>
        </a:p>
      </dgm:t>
    </dgm:pt>
    <dgm:pt modelId="{60B810E6-5628-40C8-8494-214AB1C7429D}" type="pres">
      <dgm:prSet presAssocID="{9A72072D-3D81-4BE5-90E4-0F97593BBF45}" presName="hierChild3" presStyleCnt="0"/>
      <dgm:spPr/>
    </dgm:pt>
    <dgm:pt modelId="{09748FD1-1707-489E-800F-3255AC29A221}" type="pres">
      <dgm:prSet presAssocID="{1EBA25B2-7399-400E-B58C-3964A8558F2E}" presName="Name19" presStyleLbl="parChTrans1D3" presStyleIdx="3" presStyleCnt="4"/>
      <dgm:spPr/>
      <dgm:t>
        <a:bodyPr/>
        <a:lstStyle/>
        <a:p>
          <a:endParaRPr lang="ru-RU"/>
        </a:p>
      </dgm:t>
    </dgm:pt>
    <dgm:pt modelId="{3FF0A482-55FC-4400-B751-8D78F82447B9}" type="pres">
      <dgm:prSet presAssocID="{22781104-CFDC-4304-B276-435AEE0090DA}" presName="Name21" presStyleCnt="0"/>
      <dgm:spPr/>
    </dgm:pt>
    <dgm:pt modelId="{CBFB11F8-AFE0-46D3-B4B9-E9AF9C461EE9}" type="pres">
      <dgm:prSet presAssocID="{22781104-CFDC-4304-B276-435AEE0090DA}" presName="level2Shape" presStyleLbl="node3" presStyleIdx="3" presStyleCnt="4"/>
      <dgm:spPr/>
      <dgm:t>
        <a:bodyPr/>
        <a:lstStyle/>
        <a:p>
          <a:endParaRPr lang="ru-RU"/>
        </a:p>
      </dgm:t>
    </dgm:pt>
    <dgm:pt modelId="{461CB287-9474-4FF3-A801-5551B485C926}" type="pres">
      <dgm:prSet presAssocID="{22781104-CFDC-4304-B276-435AEE0090DA}" presName="hierChild3" presStyleCnt="0"/>
      <dgm:spPr/>
    </dgm:pt>
    <dgm:pt modelId="{82FF9012-6575-4FAB-8ADB-EF260B0D97B7}" type="pres">
      <dgm:prSet presAssocID="{34AC8813-F59D-48A7-8D6E-EC748C78A80F}" presName="Name19" presStyleLbl="parChTrans1D4" presStyleIdx="0" presStyleCnt="1"/>
      <dgm:spPr/>
      <dgm:t>
        <a:bodyPr/>
        <a:lstStyle/>
        <a:p>
          <a:endParaRPr lang="ru-RU"/>
        </a:p>
      </dgm:t>
    </dgm:pt>
    <dgm:pt modelId="{CEBC8E4A-C667-4E1B-B2FA-CFB89CB6857E}" type="pres">
      <dgm:prSet presAssocID="{5C112148-334E-4C91-8AA2-A33857286424}" presName="Name21" presStyleCnt="0"/>
      <dgm:spPr/>
    </dgm:pt>
    <dgm:pt modelId="{B6EF3F4A-C5E2-4842-B451-AB3E94259B38}" type="pres">
      <dgm:prSet presAssocID="{5C112148-334E-4C91-8AA2-A33857286424}" presName="level2Shape" presStyleLbl="node4" presStyleIdx="0" presStyleCnt="1"/>
      <dgm:spPr/>
      <dgm:t>
        <a:bodyPr/>
        <a:lstStyle/>
        <a:p>
          <a:endParaRPr lang="ru-RU"/>
        </a:p>
      </dgm:t>
    </dgm:pt>
    <dgm:pt modelId="{AB5C7EAD-C502-4B0F-90AF-F9707226C205}" type="pres">
      <dgm:prSet presAssocID="{5C112148-334E-4C91-8AA2-A33857286424}" presName="hierChild3" presStyleCnt="0"/>
      <dgm:spPr/>
    </dgm:pt>
    <dgm:pt modelId="{9F55BC78-E578-4DEA-A016-8488E5B1235D}" type="pres">
      <dgm:prSet presAssocID="{7A5A4745-1109-4D2F-8FC3-C57BFB0F96BA}" presName="bgShapesFlow" presStyleCnt="0"/>
      <dgm:spPr/>
    </dgm:pt>
  </dgm:ptLst>
  <dgm:cxnLst>
    <dgm:cxn modelId="{A0D35F95-022C-4F33-936A-A8BACDCE99F4}" type="presOf" srcId="{9A72072D-3D81-4BE5-90E4-0F97593BBF45}" destId="{8D2FF0DD-C72E-4A0D-B0DC-6CC473F2BB95}" srcOrd="0" destOrd="0" presId="urn:microsoft.com/office/officeart/2005/8/layout/hierarchy6"/>
    <dgm:cxn modelId="{868EE7F1-1A19-4883-A112-DA039C7243B3}" type="presOf" srcId="{E27BA1D4-DFE4-40C2-A245-6B92B72834EC}" destId="{16624B65-4BF0-4B55-89B1-F29F8FC135A2}" srcOrd="0" destOrd="0" presId="urn:microsoft.com/office/officeart/2005/8/layout/hierarchy6"/>
    <dgm:cxn modelId="{BFBA0727-6736-40E5-A69B-07C5DC7183D9}" type="presOf" srcId="{A3ACA606-98CE-4803-89A5-7B75E51B4299}" destId="{3A77C1FF-AC76-489F-B77B-A01D756F61B9}" srcOrd="0" destOrd="0" presId="urn:microsoft.com/office/officeart/2005/8/layout/hierarchy6"/>
    <dgm:cxn modelId="{7C5FEB49-DCE7-4CF4-9716-C8FB898A99A9}" type="presOf" srcId="{4BDD401E-A91F-44BC-8D90-A07ADF10EA39}" destId="{B53CD8D6-C050-4D4C-8330-6581C3268036}" srcOrd="0" destOrd="0" presId="urn:microsoft.com/office/officeart/2005/8/layout/hierarchy6"/>
    <dgm:cxn modelId="{92AF9C54-0B0D-46FE-9EB6-039F722A5B32}" type="presOf" srcId="{7A5A4745-1109-4D2F-8FC3-C57BFB0F96BA}" destId="{0A12C4C3-EEE0-41DA-9370-5D443FA6269D}" srcOrd="0" destOrd="0" presId="urn:microsoft.com/office/officeart/2005/8/layout/hierarchy6"/>
    <dgm:cxn modelId="{C6A1143F-BD0D-4AB3-BE76-23B89774D407}" srcId="{E4A296EE-F4E6-4EA9-8358-CBF501DE6E8E}" destId="{4BDD401E-A91F-44BC-8D90-A07ADF10EA39}" srcOrd="1" destOrd="0" parTransId="{48E2066C-38A6-4576-B767-FA04A8B17455}" sibTransId="{9140E78B-BE46-44E4-8081-74A3D1AD78D9}"/>
    <dgm:cxn modelId="{E0F4BA30-9B30-472D-80DB-627A1BE0A247}" type="presOf" srcId="{34AC8813-F59D-48A7-8D6E-EC748C78A80F}" destId="{82FF9012-6575-4FAB-8ADB-EF260B0D97B7}" srcOrd="0" destOrd="0" presId="urn:microsoft.com/office/officeart/2005/8/layout/hierarchy6"/>
    <dgm:cxn modelId="{4B4D6B5F-E39B-42A2-B2CB-6ED2F1E5EA5A}" srcId="{C5CBD092-6820-4C2A-A9FB-47DDA4F40F34}" destId="{9A72072D-3D81-4BE5-90E4-0F97593BBF45}" srcOrd="0" destOrd="0" parTransId="{081C1869-86E8-46B3-A135-2754617C1C7E}" sibTransId="{B06DD8E3-F94C-4034-9861-E7986CCE6F51}"/>
    <dgm:cxn modelId="{3F9CA4E0-4E4E-4DFA-A15F-B19C85422EB7}" type="presOf" srcId="{5C112148-334E-4C91-8AA2-A33857286424}" destId="{B6EF3F4A-C5E2-4842-B451-AB3E94259B38}" srcOrd="0" destOrd="0" presId="urn:microsoft.com/office/officeart/2005/8/layout/hierarchy6"/>
    <dgm:cxn modelId="{4439C07D-FE27-4547-85AD-1091AFCCCCCD}" type="presOf" srcId="{A328EDD7-FC42-4446-9E30-82773E2B83AF}" destId="{D17524B3-0DC3-4BE8-BA2C-35FD2107065B}" srcOrd="0" destOrd="0" presId="urn:microsoft.com/office/officeart/2005/8/layout/hierarchy6"/>
    <dgm:cxn modelId="{5E8CA338-33B9-4DA5-B41C-BD5A223918BC}" type="presOf" srcId="{98D8C863-6A92-4B65-B7DD-A96EE1065592}" destId="{66B04DCD-76FB-45EC-860D-5BA8675B6B83}" srcOrd="0" destOrd="0" presId="urn:microsoft.com/office/officeart/2005/8/layout/hierarchy6"/>
    <dgm:cxn modelId="{710C1AB8-B42B-494C-BA58-B070684C5E98}" srcId="{481CBCA1-592B-4DD2-9D47-5BCA11B3BF80}" destId="{5347818D-B70E-418C-A0C8-0C41BB7E7D82}" srcOrd="0" destOrd="0" parTransId="{A6E4E61E-B513-4698-9C60-57B864A00AE5}" sibTransId="{34B2E35D-77B5-48BF-9F6B-3774036603E6}"/>
    <dgm:cxn modelId="{4ECA0A07-7906-4E78-AA06-AB78410DA76C}" srcId="{481CBCA1-592B-4DD2-9D47-5BCA11B3BF80}" destId="{E4A296EE-F4E6-4EA9-8358-CBF501DE6E8E}" srcOrd="1" destOrd="0" parTransId="{DAABE06E-D133-447B-AD71-B94E67A202F9}" sibTransId="{83FB40A5-EEC7-4596-8E1B-A1AC3CB99CD2}"/>
    <dgm:cxn modelId="{B46EC3F2-8C2B-4CAD-AC58-196CD8614107}" type="presOf" srcId="{5347818D-B70E-418C-A0C8-0C41BB7E7D82}" destId="{6B203F70-4D35-490D-BD27-B1A830818DD6}" srcOrd="0" destOrd="0" presId="urn:microsoft.com/office/officeart/2005/8/layout/hierarchy6"/>
    <dgm:cxn modelId="{F426C00C-2528-4AB9-AE66-271FE5AEAA4B}" type="presOf" srcId="{94302D9A-E7F1-44F2-A251-375452406E9F}" destId="{D50965C4-71C2-4827-AD10-35E66E1653CF}" srcOrd="0" destOrd="0" presId="urn:microsoft.com/office/officeart/2005/8/layout/hierarchy6"/>
    <dgm:cxn modelId="{2B78E81B-A373-4888-8478-FA7C5F73E99C}" srcId="{22781104-CFDC-4304-B276-435AEE0090DA}" destId="{5C112148-334E-4C91-8AA2-A33857286424}" srcOrd="0" destOrd="0" parTransId="{34AC8813-F59D-48A7-8D6E-EC748C78A80F}" sibTransId="{8B474718-2541-44FA-A5AC-D8169F29D547}"/>
    <dgm:cxn modelId="{9DD1863F-C0CB-47C8-A156-785CED0D0387}" srcId="{E4A296EE-F4E6-4EA9-8358-CBF501DE6E8E}" destId="{E27BA1D4-DFE4-40C2-A245-6B92B72834EC}" srcOrd="0" destOrd="0" parTransId="{A3ACA606-98CE-4803-89A5-7B75E51B4299}" sibTransId="{C32DF528-FFBB-4F8E-83A2-5168EC5F6A5B}"/>
    <dgm:cxn modelId="{D3D2F2A3-5641-4BBF-BD74-9ECC10912FA6}" type="presOf" srcId="{C5CBD092-6820-4C2A-A9FB-47DDA4F40F34}" destId="{8CFF2D82-0993-4BF1-9ABC-EE5AE3A7B058}" srcOrd="0" destOrd="0" presId="urn:microsoft.com/office/officeart/2005/8/layout/hierarchy6"/>
    <dgm:cxn modelId="{17474AF9-C369-4960-A9D9-E12F3075A435}" type="presOf" srcId="{A6E4E61E-B513-4698-9C60-57B864A00AE5}" destId="{88632E11-5E8A-4137-814C-26B771DF41B9}" srcOrd="0" destOrd="0" presId="urn:microsoft.com/office/officeart/2005/8/layout/hierarchy6"/>
    <dgm:cxn modelId="{0AF2DC8A-6D8E-4693-A634-102E529E2E07}" srcId="{481CBCA1-592B-4DD2-9D47-5BCA11B3BF80}" destId="{94302D9A-E7F1-44F2-A251-375452406E9F}" srcOrd="2" destOrd="0" parTransId="{A328EDD7-FC42-4446-9E30-82773E2B83AF}" sibTransId="{8216D80A-0C91-43CE-85A7-0C10EE29D8A9}"/>
    <dgm:cxn modelId="{FDE1E576-C6F3-446E-951E-97CDCC3849E7}" type="presOf" srcId="{481CBCA1-592B-4DD2-9D47-5BCA11B3BF80}" destId="{D7A6CB59-8DA7-49B4-B299-F6538588EE8C}" srcOrd="0" destOrd="0" presId="urn:microsoft.com/office/officeart/2005/8/layout/hierarchy6"/>
    <dgm:cxn modelId="{2EA38430-1CA5-4D6C-B9AB-B70BF859EA3C}" srcId="{481CBCA1-592B-4DD2-9D47-5BCA11B3BF80}" destId="{C5CBD092-6820-4C2A-A9FB-47DDA4F40F34}" srcOrd="3" destOrd="0" parTransId="{98D8C863-6A92-4B65-B7DD-A96EE1065592}" sibTransId="{9799EB3B-EA81-4D8B-ADCF-9B477F47DDE9}"/>
    <dgm:cxn modelId="{2F048A6F-3122-437A-B867-8AF50BB8CBC1}" type="presOf" srcId="{081C1869-86E8-46B3-A135-2754617C1C7E}" destId="{C8B1AE2A-8910-401C-86D1-B84E1F9FE65C}" srcOrd="0" destOrd="0" presId="urn:microsoft.com/office/officeart/2005/8/layout/hierarchy6"/>
    <dgm:cxn modelId="{34E0D0AB-7C19-4717-8C89-06D7D1475EAA}" type="presOf" srcId="{48E2066C-38A6-4576-B767-FA04A8B17455}" destId="{0613CCD1-8DA7-4605-B75D-59A623B28248}" srcOrd="0" destOrd="0" presId="urn:microsoft.com/office/officeart/2005/8/layout/hierarchy6"/>
    <dgm:cxn modelId="{50AAEE3E-B413-42AA-8274-1C0C91EB67F2}" type="presOf" srcId="{22781104-CFDC-4304-B276-435AEE0090DA}" destId="{CBFB11F8-AFE0-46D3-B4B9-E9AF9C461EE9}" srcOrd="0" destOrd="0" presId="urn:microsoft.com/office/officeart/2005/8/layout/hierarchy6"/>
    <dgm:cxn modelId="{6808FA4F-E03B-4029-BEED-162D6018EEF6}" type="presOf" srcId="{DAABE06E-D133-447B-AD71-B94E67A202F9}" destId="{9DFF85DA-D002-4DD4-BB74-C13DEB9D15D4}" srcOrd="0" destOrd="0" presId="urn:microsoft.com/office/officeart/2005/8/layout/hierarchy6"/>
    <dgm:cxn modelId="{34670C2B-48D8-4E04-A1CC-E746C4FA9CFB}" type="presOf" srcId="{1EBA25B2-7399-400E-B58C-3964A8558F2E}" destId="{09748FD1-1707-489E-800F-3255AC29A221}" srcOrd="0" destOrd="0" presId="urn:microsoft.com/office/officeart/2005/8/layout/hierarchy6"/>
    <dgm:cxn modelId="{0D934CD8-C6BB-43DF-9AF1-5051D4B8B74D}" srcId="{C5CBD092-6820-4C2A-A9FB-47DDA4F40F34}" destId="{22781104-CFDC-4304-B276-435AEE0090DA}" srcOrd="1" destOrd="0" parTransId="{1EBA25B2-7399-400E-B58C-3964A8558F2E}" sibTransId="{2F0371DA-801A-48B8-A919-1A22E6801B30}"/>
    <dgm:cxn modelId="{6CCA695F-53CF-4983-873A-CE1E428AA448}" srcId="{7A5A4745-1109-4D2F-8FC3-C57BFB0F96BA}" destId="{481CBCA1-592B-4DD2-9D47-5BCA11B3BF80}" srcOrd="0" destOrd="0" parTransId="{FBE7CDA3-950E-4448-9096-358206326C8B}" sibTransId="{F59280E0-E099-4183-A516-E593D6E816AF}"/>
    <dgm:cxn modelId="{AC6E3AD0-1895-4FDC-9CB9-B3828DF00EA3}" type="presOf" srcId="{E4A296EE-F4E6-4EA9-8358-CBF501DE6E8E}" destId="{9BC2740B-2E6F-45A6-91E5-EA5AD5C4EB00}" srcOrd="0" destOrd="0" presId="urn:microsoft.com/office/officeart/2005/8/layout/hierarchy6"/>
    <dgm:cxn modelId="{DBF0E168-C420-4D2B-884A-AB90512E89D9}" type="presParOf" srcId="{0A12C4C3-EEE0-41DA-9370-5D443FA6269D}" destId="{F66CFCF4-FACA-4288-B4F6-8F843F6E3421}" srcOrd="0" destOrd="0" presId="urn:microsoft.com/office/officeart/2005/8/layout/hierarchy6"/>
    <dgm:cxn modelId="{33B3604E-5E5F-4AF8-A137-D64AEE1D09B2}" type="presParOf" srcId="{F66CFCF4-FACA-4288-B4F6-8F843F6E3421}" destId="{0CE98D2F-907F-4482-AE43-ACB6644F819F}" srcOrd="0" destOrd="0" presId="urn:microsoft.com/office/officeart/2005/8/layout/hierarchy6"/>
    <dgm:cxn modelId="{0BBA99F1-7BF9-4545-BFA2-A4C753CBAE80}" type="presParOf" srcId="{0CE98D2F-907F-4482-AE43-ACB6644F819F}" destId="{DF17BA4E-B777-483A-B381-A324BF701C12}" srcOrd="0" destOrd="0" presId="urn:microsoft.com/office/officeart/2005/8/layout/hierarchy6"/>
    <dgm:cxn modelId="{B759DF3D-4585-469A-BF73-D38D4B15434D}" type="presParOf" srcId="{DF17BA4E-B777-483A-B381-A324BF701C12}" destId="{D7A6CB59-8DA7-49B4-B299-F6538588EE8C}" srcOrd="0" destOrd="0" presId="urn:microsoft.com/office/officeart/2005/8/layout/hierarchy6"/>
    <dgm:cxn modelId="{BDEB81BF-0D89-4CD8-9E5E-3B072F1B50FD}" type="presParOf" srcId="{DF17BA4E-B777-483A-B381-A324BF701C12}" destId="{EBA0E508-953B-4D01-8CB3-D89BCB2AB133}" srcOrd="1" destOrd="0" presId="urn:microsoft.com/office/officeart/2005/8/layout/hierarchy6"/>
    <dgm:cxn modelId="{0CE9344B-8FF5-4244-A5CC-67F1001A336B}" type="presParOf" srcId="{EBA0E508-953B-4D01-8CB3-D89BCB2AB133}" destId="{88632E11-5E8A-4137-814C-26B771DF41B9}" srcOrd="0" destOrd="0" presId="urn:microsoft.com/office/officeart/2005/8/layout/hierarchy6"/>
    <dgm:cxn modelId="{F7B9A3BA-DC7A-4505-9B63-56E1B3FCF762}" type="presParOf" srcId="{EBA0E508-953B-4D01-8CB3-D89BCB2AB133}" destId="{1681C07F-BA65-49F5-A676-D43CB6CF8F11}" srcOrd="1" destOrd="0" presId="urn:microsoft.com/office/officeart/2005/8/layout/hierarchy6"/>
    <dgm:cxn modelId="{6B3B1132-0650-4822-9F1B-4B225466D94C}" type="presParOf" srcId="{1681C07F-BA65-49F5-A676-D43CB6CF8F11}" destId="{6B203F70-4D35-490D-BD27-B1A830818DD6}" srcOrd="0" destOrd="0" presId="urn:microsoft.com/office/officeart/2005/8/layout/hierarchy6"/>
    <dgm:cxn modelId="{22FBE44E-098B-4322-9D6A-C54B57A863A8}" type="presParOf" srcId="{1681C07F-BA65-49F5-A676-D43CB6CF8F11}" destId="{59D42DAA-B4CB-4C1E-8CA9-D55E85DCB9C7}" srcOrd="1" destOrd="0" presId="urn:microsoft.com/office/officeart/2005/8/layout/hierarchy6"/>
    <dgm:cxn modelId="{DB15BD6B-BAE3-45E8-AC71-C368540C9FE7}" type="presParOf" srcId="{EBA0E508-953B-4D01-8CB3-D89BCB2AB133}" destId="{9DFF85DA-D002-4DD4-BB74-C13DEB9D15D4}" srcOrd="2" destOrd="0" presId="urn:microsoft.com/office/officeart/2005/8/layout/hierarchy6"/>
    <dgm:cxn modelId="{E4676785-CD9A-4F8C-898D-DE6CB5A33147}" type="presParOf" srcId="{EBA0E508-953B-4D01-8CB3-D89BCB2AB133}" destId="{7183957A-1583-48C4-B1D3-48BF4693F9DC}" srcOrd="3" destOrd="0" presId="urn:microsoft.com/office/officeart/2005/8/layout/hierarchy6"/>
    <dgm:cxn modelId="{CA1BE484-3DE8-43EA-89F9-EC857629F81B}" type="presParOf" srcId="{7183957A-1583-48C4-B1D3-48BF4693F9DC}" destId="{9BC2740B-2E6F-45A6-91E5-EA5AD5C4EB00}" srcOrd="0" destOrd="0" presId="urn:microsoft.com/office/officeart/2005/8/layout/hierarchy6"/>
    <dgm:cxn modelId="{106AD323-4E3A-4917-86A9-FB54FDA2C3D1}" type="presParOf" srcId="{7183957A-1583-48C4-B1D3-48BF4693F9DC}" destId="{8A61CD3C-7EBA-4D78-A611-E0AF6D34887F}" srcOrd="1" destOrd="0" presId="urn:microsoft.com/office/officeart/2005/8/layout/hierarchy6"/>
    <dgm:cxn modelId="{511854D2-99A4-4F1D-A05A-1DA69F554533}" type="presParOf" srcId="{8A61CD3C-7EBA-4D78-A611-E0AF6D34887F}" destId="{3A77C1FF-AC76-489F-B77B-A01D756F61B9}" srcOrd="0" destOrd="0" presId="urn:microsoft.com/office/officeart/2005/8/layout/hierarchy6"/>
    <dgm:cxn modelId="{9A317348-4E44-41E9-8923-A580B89A44EE}" type="presParOf" srcId="{8A61CD3C-7EBA-4D78-A611-E0AF6D34887F}" destId="{9486412E-78B8-47E2-83B3-A23865C9DD64}" srcOrd="1" destOrd="0" presId="urn:microsoft.com/office/officeart/2005/8/layout/hierarchy6"/>
    <dgm:cxn modelId="{428153E6-F72A-4B53-B3CE-6A4D663662A7}" type="presParOf" srcId="{9486412E-78B8-47E2-83B3-A23865C9DD64}" destId="{16624B65-4BF0-4B55-89B1-F29F8FC135A2}" srcOrd="0" destOrd="0" presId="urn:microsoft.com/office/officeart/2005/8/layout/hierarchy6"/>
    <dgm:cxn modelId="{2BA361C2-50FC-4BA6-B6EC-F2E48DAACA27}" type="presParOf" srcId="{9486412E-78B8-47E2-83B3-A23865C9DD64}" destId="{5F957AC1-959F-4252-B65F-2A3926A59162}" srcOrd="1" destOrd="0" presId="urn:microsoft.com/office/officeart/2005/8/layout/hierarchy6"/>
    <dgm:cxn modelId="{C4A0EFA8-D503-48CA-AFC1-6BD122966B85}" type="presParOf" srcId="{8A61CD3C-7EBA-4D78-A611-E0AF6D34887F}" destId="{0613CCD1-8DA7-4605-B75D-59A623B28248}" srcOrd="2" destOrd="0" presId="urn:microsoft.com/office/officeart/2005/8/layout/hierarchy6"/>
    <dgm:cxn modelId="{CE1A5138-A74E-4891-A324-1E578C9A8B39}" type="presParOf" srcId="{8A61CD3C-7EBA-4D78-A611-E0AF6D34887F}" destId="{3A7B1CEE-4329-4B67-8ACF-63478BA37FAA}" srcOrd="3" destOrd="0" presId="urn:microsoft.com/office/officeart/2005/8/layout/hierarchy6"/>
    <dgm:cxn modelId="{0356417A-A906-49C9-9484-BEA1B358E385}" type="presParOf" srcId="{3A7B1CEE-4329-4B67-8ACF-63478BA37FAA}" destId="{B53CD8D6-C050-4D4C-8330-6581C3268036}" srcOrd="0" destOrd="0" presId="urn:microsoft.com/office/officeart/2005/8/layout/hierarchy6"/>
    <dgm:cxn modelId="{4588BEA0-7C41-425C-AFBB-AC8B5202F363}" type="presParOf" srcId="{3A7B1CEE-4329-4B67-8ACF-63478BA37FAA}" destId="{D9B31D00-3E57-45DC-A9CD-D293A5101E69}" srcOrd="1" destOrd="0" presId="urn:microsoft.com/office/officeart/2005/8/layout/hierarchy6"/>
    <dgm:cxn modelId="{D4F379AD-46A9-449B-871D-CD8934C5EB7F}" type="presParOf" srcId="{EBA0E508-953B-4D01-8CB3-D89BCB2AB133}" destId="{D17524B3-0DC3-4BE8-BA2C-35FD2107065B}" srcOrd="4" destOrd="0" presId="urn:microsoft.com/office/officeart/2005/8/layout/hierarchy6"/>
    <dgm:cxn modelId="{ED55C00B-86D0-481F-B7A6-C229757D3FF7}" type="presParOf" srcId="{EBA0E508-953B-4D01-8CB3-D89BCB2AB133}" destId="{798E3D7B-66D0-469D-BDE5-8EF0B94E83E7}" srcOrd="5" destOrd="0" presId="urn:microsoft.com/office/officeart/2005/8/layout/hierarchy6"/>
    <dgm:cxn modelId="{36AF8CA5-66EB-43CE-A7E5-72195E0EBF7F}" type="presParOf" srcId="{798E3D7B-66D0-469D-BDE5-8EF0B94E83E7}" destId="{D50965C4-71C2-4827-AD10-35E66E1653CF}" srcOrd="0" destOrd="0" presId="urn:microsoft.com/office/officeart/2005/8/layout/hierarchy6"/>
    <dgm:cxn modelId="{A9C0537B-4A24-45DD-8520-7853DF70F277}" type="presParOf" srcId="{798E3D7B-66D0-469D-BDE5-8EF0B94E83E7}" destId="{306B3815-799E-497F-B2F7-AE1B94F7C02E}" srcOrd="1" destOrd="0" presId="urn:microsoft.com/office/officeart/2005/8/layout/hierarchy6"/>
    <dgm:cxn modelId="{60548648-FF78-4CBE-A76C-DDF3904258EF}" type="presParOf" srcId="{EBA0E508-953B-4D01-8CB3-D89BCB2AB133}" destId="{66B04DCD-76FB-45EC-860D-5BA8675B6B83}" srcOrd="6" destOrd="0" presId="urn:microsoft.com/office/officeart/2005/8/layout/hierarchy6"/>
    <dgm:cxn modelId="{3B6C1717-AC83-42FA-AD0B-29940ED0E869}" type="presParOf" srcId="{EBA0E508-953B-4D01-8CB3-D89BCB2AB133}" destId="{FBED5E38-7249-42B7-873D-176DA64903DD}" srcOrd="7" destOrd="0" presId="urn:microsoft.com/office/officeart/2005/8/layout/hierarchy6"/>
    <dgm:cxn modelId="{3BDFB1C1-9C08-488F-8318-C379E4F57103}" type="presParOf" srcId="{FBED5E38-7249-42B7-873D-176DA64903DD}" destId="{8CFF2D82-0993-4BF1-9ABC-EE5AE3A7B058}" srcOrd="0" destOrd="0" presId="urn:microsoft.com/office/officeart/2005/8/layout/hierarchy6"/>
    <dgm:cxn modelId="{FB00F118-7E14-466E-90FF-BB06D2C6CA19}" type="presParOf" srcId="{FBED5E38-7249-42B7-873D-176DA64903DD}" destId="{6CCD6BFF-ADE4-4DC6-AD73-D723F9BECAEB}" srcOrd="1" destOrd="0" presId="urn:microsoft.com/office/officeart/2005/8/layout/hierarchy6"/>
    <dgm:cxn modelId="{8D7B2BE2-A077-4023-8214-34F1DAB8B4C1}" type="presParOf" srcId="{6CCD6BFF-ADE4-4DC6-AD73-D723F9BECAEB}" destId="{C8B1AE2A-8910-401C-86D1-B84E1F9FE65C}" srcOrd="0" destOrd="0" presId="urn:microsoft.com/office/officeart/2005/8/layout/hierarchy6"/>
    <dgm:cxn modelId="{6A11BB11-4F8D-4220-8650-47885DBD7936}" type="presParOf" srcId="{6CCD6BFF-ADE4-4DC6-AD73-D723F9BECAEB}" destId="{F99F8D71-2838-418B-AB59-E69A91F16963}" srcOrd="1" destOrd="0" presId="urn:microsoft.com/office/officeart/2005/8/layout/hierarchy6"/>
    <dgm:cxn modelId="{69420689-51F9-4B80-A32A-14D156B82FEF}" type="presParOf" srcId="{F99F8D71-2838-418B-AB59-E69A91F16963}" destId="{8D2FF0DD-C72E-4A0D-B0DC-6CC473F2BB95}" srcOrd="0" destOrd="0" presId="urn:microsoft.com/office/officeart/2005/8/layout/hierarchy6"/>
    <dgm:cxn modelId="{282532C6-46DA-4281-99EC-EB5248142748}" type="presParOf" srcId="{F99F8D71-2838-418B-AB59-E69A91F16963}" destId="{60B810E6-5628-40C8-8494-214AB1C7429D}" srcOrd="1" destOrd="0" presId="urn:microsoft.com/office/officeart/2005/8/layout/hierarchy6"/>
    <dgm:cxn modelId="{0B088989-0E32-4209-B3F9-E121BC32C503}" type="presParOf" srcId="{6CCD6BFF-ADE4-4DC6-AD73-D723F9BECAEB}" destId="{09748FD1-1707-489E-800F-3255AC29A221}" srcOrd="2" destOrd="0" presId="urn:microsoft.com/office/officeart/2005/8/layout/hierarchy6"/>
    <dgm:cxn modelId="{B8AC1DDE-AA3D-40E9-8C40-EADBBC29ACDD}" type="presParOf" srcId="{6CCD6BFF-ADE4-4DC6-AD73-D723F9BECAEB}" destId="{3FF0A482-55FC-4400-B751-8D78F82447B9}" srcOrd="3" destOrd="0" presId="urn:microsoft.com/office/officeart/2005/8/layout/hierarchy6"/>
    <dgm:cxn modelId="{77F65D8E-A4C9-472B-8462-C72775BAF508}" type="presParOf" srcId="{3FF0A482-55FC-4400-B751-8D78F82447B9}" destId="{CBFB11F8-AFE0-46D3-B4B9-E9AF9C461EE9}" srcOrd="0" destOrd="0" presId="urn:microsoft.com/office/officeart/2005/8/layout/hierarchy6"/>
    <dgm:cxn modelId="{E24BAA3E-50DE-4EF8-98DA-13A91C51E4F1}" type="presParOf" srcId="{3FF0A482-55FC-4400-B751-8D78F82447B9}" destId="{461CB287-9474-4FF3-A801-5551B485C926}" srcOrd="1" destOrd="0" presId="urn:microsoft.com/office/officeart/2005/8/layout/hierarchy6"/>
    <dgm:cxn modelId="{DE09306E-BF7B-4BC8-83F5-B9B9985B9EB6}" type="presParOf" srcId="{461CB287-9474-4FF3-A801-5551B485C926}" destId="{82FF9012-6575-4FAB-8ADB-EF260B0D97B7}" srcOrd="0" destOrd="0" presId="urn:microsoft.com/office/officeart/2005/8/layout/hierarchy6"/>
    <dgm:cxn modelId="{21B250AF-AB6B-4E9A-A118-DE81B31A4090}" type="presParOf" srcId="{461CB287-9474-4FF3-A801-5551B485C926}" destId="{CEBC8E4A-C667-4E1B-B2FA-CFB89CB6857E}" srcOrd="1" destOrd="0" presId="urn:microsoft.com/office/officeart/2005/8/layout/hierarchy6"/>
    <dgm:cxn modelId="{217C42D6-CF50-4DE2-9C94-B6B1040C8746}" type="presParOf" srcId="{CEBC8E4A-C667-4E1B-B2FA-CFB89CB6857E}" destId="{B6EF3F4A-C5E2-4842-B451-AB3E94259B38}" srcOrd="0" destOrd="0" presId="urn:microsoft.com/office/officeart/2005/8/layout/hierarchy6"/>
    <dgm:cxn modelId="{DF9E8328-4B1D-4C11-8801-3575C4293795}" type="presParOf" srcId="{CEBC8E4A-C667-4E1B-B2FA-CFB89CB6857E}" destId="{AB5C7EAD-C502-4B0F-90AF-F9707226C205}" srcOrd="1" destOrd="0" presId="urn:microsoft.com/office/officeart/2005/8/layout/hierarchy6"/>
    <dgm:cxn modelId="{3149AF1B-55E1-4C9A-9B75-0429C3689BEC}" type="presParOf" srcId="{0A12C4C3-EEE0-41DA-9370-5D443FA6269D}" destId="{9F55BC78-E578-4DEA-A016-8488E5B1235D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4387A8-71AE-4304-A54F-0B7EAAAAA91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654655-B02C-4955-9334-857B81935D71}" type="pres">
      <dgm:prSet presAssocID="{084387A8-71AE-4304-A54F-0B7EAAAAA9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</dgm:ptLst>
  <dgm:cxnLst>
    <dgm:cxn modelId="{C5764E75-AF9A-4F7A-8CEC-DDDD82F7937C}" type="presOf" srcId="{084387A8-71AE-4304-A54F-0B7EAAAAA91D}" destId="{D0654655-B02C-4955-9334-857B81935D71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F771C-49A7-4B8B-AEEB-6A9EBEDC2AD2}" type="datetimeFigureOut">
              <a:rPr lang="ru-RU" smtClean="0"/>
              <a:t>16.08.2025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7E431-5384-4A90-BEC1-31A8564855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99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0318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7E431-5384-4A90-BEC1-31A8564855C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831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F195-220A-4579-BC63-FF3040445781}" type="datetime1">
              <a:rPr lang="ru-RU" smtClean="0"/>
              <a:t>16.08.2025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677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1C24-AF4A-44FE-9048-53CAAD33D2DF}" type="datetime1">
              <a:rPr lang="ru-RU" smtClean="0"/>
              <a:t>16.08.2025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88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DCA1-6E00-433A-AFF6-7275CC368CE9}" type="datetime1">
              <a:rPr lang="ru-RU" smtClean="0"/>
              <a:t>16.08.2025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73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F7DF-7A95-4217-B76C-2DF25BC9D266}" type="datetime1">
              <a:rPr lang="ru-RU" smtClean="0"/>
              <a:t>16.08.2025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88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DECA5-F7C1-4AFA-BDAC-7E6859E21A2E}" type="datetime1">
              <a:rPr lang="ru-RU" smtClean="0"/>
              <a:t>16.08.2025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780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17E46-E7CB-43F4-831D-1538427EF632}" type="datetime1">
              <a:rPr lang="ru-RU" smtClean="0"/>
              <a:t>16.08.2025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50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7E328-100A-4F6A-B0CD-AD19B3B6A4BD}" type="datetime1">
              <a:rPr lang="ru-RU" smtClean="0"/>
              <a:t>16.08.2025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73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4449-D160-444B-9AB6-12A6ACF2F40B}" type="datetime1">
              <a:rPr lang="ru-RU" smtClean="0"/>
              <a:t>16.08.2025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10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E787B-F33B-408D-832D-8602BEF1BA20}" type="datetime1">
              <a:rPr lang="ru-RU" smtClean="0"/>
              <a:t>16.08.2025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73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40FE3-380C-4CB6-9866-16F090F6AA9D}" type="datetime1">
              <a:rPr lang="ru-RU" smtClean="0"/>
              <a:t>16.08.2025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70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DE6F-3E72-49D2-B77C-2D6B531C2D33}" type="datetime1">
              <a:rPr lang="ru-RU" smtClean="0"/>
              <a:t>16.08.2025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31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8710B-8D41-4F77-9443-31F500A09602}" type="datetime1">
              <a:rPr lang="ru-RU" smtClean="0"/>
              <a:t>16.08.2025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21081-BEB7-496D-A721-AE0B68D9DC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16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f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0.jpeg"/><Relationship Id="rId18" Type="http://schemas.openxmlformats.org/officeDocument/2006/relationships/image" Target="../media/image25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5.png"/><Relationship Id="rId12" Type="http://schemas.openxmlformats.org/officeDocument/2006/relationships/image" Target="../media/image19.jpeg"/><Relationship Id="rId17" Type="http://schemas.openxmlformats.org/officeDocument/2006/relationships/image" Target="../media/image24.png"/><Relationship Id="rId2" Type="http://schemas.openxmlformats.org/officeDocument/2006/relationships/diagramData" Target="../diagrams/data3.xml"/><Relationship Id="rId16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image" Target="../media/image18.jpeg"/><Relationship Id="rId5" Type="http://schemas.openxmlformats.org/officeDocument/2006/relationships/diagramColors" Target="../diagrams/colors3.xml"/><Relationship Id="rId15" Type="http://schemas.openxmlformats.org/officeDocument/2006/relationships/image" Target="../media/image22.jpeg"/><Relationship Id="rId10" Type="http://schemas.openxmlformats.org/officeDocument/2006/relationships/image" Target="../media/image4.jfif"/><Relationship Id="rId19" Type="http://schemas.openxmlformats.org/officeDocument/2006/relationships/image" Target="../media/image26.jpe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7.jpeg"/><Relationship Id="rId1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Google Shape;228;p9"/>
          <p:cNvGraphicFramePr/>
          <p:nvPr>
            <p:extLst>
              <p:ext uri="{D42A27DB-BD31-4B8C-83A1-F6EECF244321}">
                <p14:modId xmlns:p14="http://schemas.microsoft.com/office/powerpoint/2010/main" val="2272855603"/>
              </p:ext>
            </p:extLst>
          </p:nvPr>
        </p:nvGraphicFramePr>
        <p:xfrm>
          <a:off x="98116" y="2683240"/>
          <a:ext cx="5208821" cy="316208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649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858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579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69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Қазақша</a:t>
                      </a:r>
                      <a:endParaRPr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F7E2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Ағылшынша</a:t>
                      </a:r>
                      <a:endParaRPr sz="140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EAA5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Орысша</a:t>
                      </a:r>
                      <a:endParaRPr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9A3E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95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МЕЙІРІМ</a:t>
                      </a:r>
                      <a:endParaRPr sz="1400" i="1" u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F7E2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VIRTUE </a:t>
                      </a:r>
                      <a:endParaRPr sz="1400" i="1" u="none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EAA5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ДОБРОДЕТЕЛЬ</a:t>
                      </a:r>
                      <a:endParaRPr sz="1400" i="1" u="none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9A3E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104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ЫНСАП</a:t>
                      </a:r>
                      <a:endParaRPr sz="1400" i="1" u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F7E2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CONSCIENCE</a:t>
                      </a:r>
                      <a:endParaRPr sz="1400" i="1" u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EAA5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СОВЕСТЬ</a:t>
                      </a:r>
                      <a:endParaRPr sz="1400" i="1" u="non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9A3E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124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ӘДІЛЕТ</a:t>
                      </a:r>
                      <a:endParaRPr sz="1400" i="1" u="none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F7E2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i="1" u="non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JUSTICE</a:t>
                      </a:r>
                      <a:endParaRPr sz="1400" i="1" u="none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EAA5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i="1" u="non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ea typeface="Arial"/>
                          <a:cs typeface="Arial"/>
                          <a:sym typeface="Arial"/>
                        </a:rPr>
                        <a:t>СПРАВЕДЛИВОСТЬ</a:t>
                      </a:r>
                      <a:endParaRPr sz="1200" i="1" u="none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9A3E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29" name="Google Shape;229;p9"/>
          <p:cNvSpPr txBox="1">
            <a:spLocks noGrp="1"/>
          </p:cNvSpPr>
          <p:nvPr>
            <p:ph type="title"/>
          </p:nvPr>
        </p:nvSpPr>
        <p:spPr>
          <a:xfrm>
            <a:off x="6370821" y="0"/>
            <a:ext cx="4724400" cy="1647669"/>
          </a:xfrm>
          <a:prstGeom prst="rect">
            <a:avLst/>
          </a:prstGeom>
          <a:noFill/>
          <a:ln>
            <a:noFill/>
          </a:ln>
          <a:effectLst>
            <a:outerShdw blurRad="50800" dist="254000" dir="7620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ru-RU" sz="2400" b="1" dirty="0">
                <a:latin typeface="Arial"/>
                <a:ea typeface="Arial"/>
                <a:cs typeface="Arial"/>
                <a:sym typeface="Arial"/>
              </a:rPr>
              <a:t>КОРПОРАТИВНЫЙ ФОНД </a:t>
            </a:r>
            <a:r>
              <a:rPr lang="ru-RU" sz="6000" b="1" i="1" cap="none" dirty="0">
                <a:solidFill>
                  <a:srgbClr val="FBC2C4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VCJ</a:t>
            </a:r>
            <a:r>
              <a:rPr lang="ru-RU" sz="2400" b="1" dirty="0">
                <a:latin typeface="Arial"/>
                <a:ea typeface="Arial"/>
                <a:cs typeface="Arial"/>
                <a:sym typeface="Arial"/>
              </a:rPr>
              <a:t> КОРПОРАТИВТІК ҚОР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58810" y="3135818"/>
            <a:ext cx="5844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b="1" i="0" dirty="0" smtClean="0">
              <a:solidFill>
                <a:srgbClr val="0D0D0D"/>
              </a:solidFill>
              <a:effectLst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00" y="0"/>
            <a:ext cx="4426721" cy="2559198"/>
          </a:xfrm>
          <a:prstGeom prst="rect">
            <a:avLst/>
          </a:prstGeom>
        </p:spPr>
      </p:pic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441332"/>
              </p:ext>
            </p:extLst>
          </p:nvPr>
        </p:nvGraphicFramePr>
        <p:xfrm>
          <a:off x="5458810" y="1814945"/>
          <a:ext cx="673319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595"/>
                <a:gridCol w="3366595"/>
              </a:tblGrid>
              <a:tr h="4618512">
                <a:tc>
                  <a:txBody>
                    <a:bodyPr/>
                    <a:lstStyle/>
                    <a:p>
                      <a:pPr algn="r"/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Біз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заманауи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сын-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қатерлер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мен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дәстүрлі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құндылықтық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бағдарларды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ұштастыра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отырып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квазиқажеттіліктерді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алмастырудың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әмбебап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моделін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ұсынамыз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br>
                        <a:rPr lang="ru-RU" sz="1800" dirty="0" smtClean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Мейірім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ынсап,әділет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br>
                        <a:rPr lang="ru-RU" sz="1800" dirty="0" smtClean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VCJ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корпоративтік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қоры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–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әмбебап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құндылықтар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мен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тұрақты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қоғамдық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бастамаларды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жүзеге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асыру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үшін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күш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біріктіруге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бағытталған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күрделі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ұйымдық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формалардың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ru-RU" sz="1800" b="1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бірі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endParaRPr lang="ru-RU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Мы предлагаем универсальную модель замещения </a:t>
                      </a:r>
                      <a:r>
                        <a:rPr lang="ru-RU" sz="1800" b="1" i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квазипотребностей</a:t>
                      </a:r>
                      <a:r>
                        <a:rPr lang="ru-RU" sz="1800" b="1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сочетающую современные вызовы с традиционными ценностными ориентирами как</a:t>
                      </a:r>
                      <a:endParaRPr lang="ru-RU" sz="1800" b="0" i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r>
                        <a:rPr lang="ru-RU" sz="1800" b="1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добродетель, совесть и справедливость.</a:t>
                      </a:r>
                    </a:p>
                    <a:p>
                      <a:r>
                        <a:rPr lang="ru-RU" sz="1800" b="1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Корпоративный фонд </a:t>
                      </a:r>
                      <a:r>
                        <a:rPr lang="ru-RU" sz="1800" b="1" i="1" cap="none" dirty="0" smtClean="0">
                          <a:solidFill>
                            <a:schemeClr val="tx1"/>
                          </a:solidFill>
                          <a:latin typeface="+mn-lt"/>
                          <a:ea typeface="Architects Daughter"/>
                          <a:cs typeface="Architects Daughter"/>
                          <a:sym typeface="Architects Daughter"/>
                        </a:rPr>
                        <a:t>VCJ</a:t>
                      </a:r>
                      <a:r>
                        <a:rPr lang="ru-RU" sz="1800" b="1" dirty="0" smtClean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800" b="1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— одна из сложных форм организации, целью которой является консолидация усилий для реализации универсальных ценностей и устойчивых общественных инициатив.</a:t>
                      </a:r>
                      <a:endParaRPr lang="kk-KZ" sz="1800" b="1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ru-RU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06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756114"/>
              </p:ext>
            </p:extLst>
          </p:nvPr>
        </p:nvGraphicFramePr>
        <p:xfrm>
          <a:off x="192024" y="125007"/>
          <a:ext cx="11899614" cy="69494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6008965"/>
                <a:gridCol w="5890649"/>
              </a:tblGrid>
              <a:tr h="1839645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solidFill>
                            <a:sysClr val="windowText" lastClr="000000"/>
                          </a:solidFill>
                        </a:rPr>
                        <a:t>VCJ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корпоративтік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қоры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–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ұлттық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идеологияны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дамыту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мен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нығайтуға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бағытталған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қоғамдық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қорлар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мен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ұйымдардың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бірлестігі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болып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табылады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Қор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өз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қызметін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рухани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сабақтастықты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жаңғыртуға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және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мейірім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ынсап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әділет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яғни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әмбебап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игіліктеріне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негізделген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құндылықтық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платформаны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қалыптастыруға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800" dirty="0" err="1" smtClean="0">
                          <a:solidFill>
                            <a:sysClr val="windowText" lastClr="000000"/>
                          </a:solidFill>
                        </a:rPr>
                        <a:t>арнайды</a:t>
                      </a:r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ru-RU" sz="1800" b="0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Корпоративный фонд VCJ  представляет собой объединение общественных организаций, ориентированных на развитие общества, культуры, традиции и истории народов Казахстана. В рамках проекта  фонд способствует возрождению духовной преемственности и формированию ценностной платформы на основе принципов добродетели, совести и справедливости — как универсальных ценности человеческого общества.</a:t>
                      </a:r>
                    </a:p>
                    <a:p>
                      <a:pPr algn="ctr"/>
                      <a:endParaRPr lang="ru-RU" sz="1800" b="1" i="0" baseline="0" dirty="0" smtClean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70959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Осы </a:t>
                      </a:r>
                      <a:r>
                        <a:rPr lang="ru-RU" sz="1800" dirty="0" err="1" smtClean="0"/>
                        <a:t>мақсаттағы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маңызды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құралдардың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бірі</a:t>
                      </a:r>
                      <a:r>
                        <a:rPr lang="ru-RU" sz="1800" dirty="0" smtClean="0"/>
                        <a:t> – </a:t>
                      </a:r>
                      <a:r>
                        <a:rPr lang="ru-RU" sz="1800" dirty="0" smtClean="0">
                          <a:effectLst/>
                        </a:rPr>
                        <a:t>«</a:t>
                      </a:r>
                      <a:r>
                        <a:rPr lang="en-US" sz="1800" dirty="0" err="1" smtClean="0">
                          <a:effectLst/>
                        </a:rPr>
                        <a:t>Tamyr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</a:rPr>
                        <a:t>Shejire</a:t>
                      </a:r>
                      <a:r>
                        <a:rPr lang="ru-RU" sz="1800" dirty="0" smtClean="0">
                          <a:effectLst/>
                        </a:rPr>
                        <a:t>» </a:t>
                      </a:r>
                      <a:r>
                        <a:rPr lang="ru-RU" sz="1800" dirty="0" err="1" smtClean="0">
                          <a:effectLst/>
                        </a:rPr>
                        <a:t>және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smtClean="0"/>
                        <a:t>«</a:t>
                      </a:r>
                      <a:r>
                        <a:rPr lang="ru-RU" sz="1800" dirty="0" err="1" smtClean="0"/>
                        <a:t>Оқыдың</a:t>
                      </a:r>
                      <a:r>
                        <a:rPr lang="ru-RU" sz="1800" dirty="0" smtClean="0"/>
                        <a:t> ба?!» </a:t>
                      </a:r>
                      <a:r>
                        <a:rPr lang="ru-RU" sz="1800" dirty="0" err="1" smtClean="0"/>
                        <a:t>жобалары</a:t>
                      </a:r>
                      <a:r>
                        <a:rPr lang="ru-RU" sz="1800" dirty="0" smtClean="0"/>
                        <a:t>.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effectLst/>
                        </a:rPr>
                        <a:t>Важным инструментами этой деятельности являются проекты: «</a:t>
                      </a:r>
                      <a:r>
                        <a:rPr lang="en-US" sz="1800" dirty="0" err="1" smtClean="0">
                          <a:effectLst/>
                        </a:rPr>
                        <a:t>Tamyr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</a:rPr>
                        <a:t>Shejire</a:t>
                      </a:r>
                      <a:r>
                        <a:rPr lang="ru-RU" sz="1800" dirty="0" smtClean="0">
                          <a:effectLst/>
                        </a:rPr>
                        <a:t>» и «</a:t>
                      </a:r>
                      <a:r>
                        <a:rPr lang="ru-RU" sz="1800" dirty="0" err="1" smtClean="0">
                          <a:effectLst/>
                        </a:rPr>
                        <a:t>Оқыдың</a:t>
                      </a:r>
                      <a:r>
                        <a:rPr lang="ru-RU" sz="1800" dirty="0" smtClean="0">
                          <a:effectLst/>
                        </a:rPr>
                        <a:t> ба?!».</a:t>
                      </a:r>
                      <a:r>
                        <a:rPr lang="ru-RU" sz="1800" baseline="0" dirty="0" smtClean="0">
                          <a:effectLst/>
                        </a:rPr>
                        <a:t> </a:t>
                      </a:r>
                      <a:endParaRPr lang="ru-RU" sz="1800" b="1" i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972273"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 smtClean="0">
                          <a:effectLst/>
                        </a:rPr>
                        <a:t>«</a:t>
                      </a:r>
                      <a:r>
                        <a:rPr lang="en-US" sz="1800" dirty="0" err="1" smtClean="0">
                          <a:effectLst/>
                        </a:rPr>
                        <a:t>Tamyr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</a:rPr>
                        <a:t>Shejire</a:t>
                      </a:r>
                      <a:r>
                        <a:rPr lang="ru-RU" sz="1800" dirty="0" smtClean="0">
                          <a:effectLst/>
                        </a:rPr>
                        <a:t>» - </a:t>
                      </a:r>
                      <a:r>
                        <a:rPr lang="ru-RU" sz="1800" dirty="0" err="1" smtClean="0">
                          <a:effectLst/>
                        </a:rPr>
                        <a:t>бұл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қазақ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халқының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шығу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тегі</a:t>
                      </a:r>
                      <a:r>
                        <a:rPr lang="ru-RU" sz="1800" dirty="0" smtClean="0">
                          <a:effectLst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ру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құрылымы</a:t>
                      </a:r>
                      <a:r>
                        <a:rPr lang="ru-RU" sz="1800" dirty="0" smtClean="0">
                          <a:effectLst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мұрасы</a:t>
                      </a:r>
                      <a:r>
                        <a:rPr lang="ru-RU" sz="1800" dirty="0" smtClean="0">
                          <a:effectLst/>
                        </a:rPr>
                        <a:t> мен </a:t>
                      </a:r>
                      <a:r>
                        <a:rPr lang="ru-RU" sz="1800" dirty="0" err="1" smtClean="0">
                          <a:effectLst/>
                        </a:rPr>
                        <a:t>мәдени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болмысын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зерттеуге</a:t>
                      </a:r>
                      <a:r>
                        <a:rPr lang="ru-RU" sz="1800" dirty="0" smtClean="0">
                          <a:effectLst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сақтауға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және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келер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ұрпаққа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жеткізуге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арналған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жоба</a:t>
                      </a:r>
                      <a:r>
                        <a:rPr lang="ru-RU" sz="1800" dirty="0" smtClean="0">
                          <a:effectLst/>
                        </a:rPr>
                        <a:t>.</a:t>
                      </a:r>
                      <a:r>
                        <a:rPr lang="ru-RU" sz="1800" dirty="0" smtClean="0"/>
                        <a:t> 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effectLst/>
                        </a:rPr>
                        <a:t>«</a:t>
                      </a:r>
                      <a:r>
                        <a:rPr lang="en-US" sz="1800" dirty="0" err="1" smtClean="0">
                          <a:effectLst/>
                        </a:rPr>
                        <a:t>Tamyr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</a:rPr>
                        <a:t>Shejire</a:t>
                      </a:r>
                      <a:r>
                        <a:rPr lang="ru-RU" sz="1800" dirty="0" smtClean="0">
                          <a:effectLst/>
                        </a:rPr>
                        <a:t>» это проект, посвящённый изучению, сохранению и передаче знаний о происхождении, родах, наследии и культурной идентичности </a:t>
                      </a:r>
                      <a:r>
                        <a:rPr lang="ru-RU" sz="1800" dirty="0" err="1" smtClean="0">
                          <a:effectLst/>
                        </a:rPr>
                        <a:t>казахтанского</a:t>
                      </a:r>
                      <a:r>
                        <a:rPr lang="ru-RU" sz="1800" dirty="0" smtClean="0">
                          <a:effectLst/>
                        </a:rPr>
                        <a:t> народа.</a:t>
                      </a:r>
                      <a:r>
                        <a:rPr lang="ru-RU" sz="1800" dirty="0" smtClean="0"/>
                        <a:t> </a:t>
                      </a:r>
                      <a:endParaRPr lang="ru-RU" sz="1800" b="1" i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14388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«</a:t>
                      </a:r>
                      <a:r>
                        <a:rPr lang="ru-RU" sz="1800" dirty="0" err="1" smtClean="0"/>
                        <a:t>Оқыдың</a:t>
                      </a:r>
                      <a:r>
                        <a:rPr lang="ru-RU" sz="1800" dirty="0" smtClean="0"/>
                        <a:t> ба?!» - </a:t>
                      </a:r>
                      <a:r>
                        <a:rPr lang="ru-RU" sz="1800" dirty="0" err="1" smtClean="0"/>
                        <a:t>бұл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көпфункционалды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цифрлық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күнделік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немесе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қалта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кітапшасы</a:t>
                      </a:r>
                      <a:r>
                        <a:rPr lang="ru-RU" sz="1800" dirty="0" smtClean="0"/>
                        <a:t>. </a:t>
                      </a:r>
                      <a:r>
                        <a:rPr lang="ru-RU" sz="1800" dirty="0" err="1" smtClean="0"/>
                        <a:t>Ол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тұлғалық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дамуға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және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күнделікті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өмірде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саналы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оқуды</a:t>
                      </a:r>
                      <a:r>
                        <a:rPr lang="ru-RU" sz="1800" dirty="0" smtClean="0"/>
                        <a:t>, </a:t>
                      </a:r>
                      <a:r>
                        <a:rPr lang="ru-RU" sz="1800" dirty="0" err="1" smtClean="0"/>
                        <a:t>саналы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әрекетті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қолдануға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бағытталған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іс-әрекет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нұсқаулығы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ретінде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қызмет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етеді</a:t>
                      </a:r>
                      <a:r>
                        <a:rPr lang="ru-RU" sz="1800" dirty="0" smtClean="0"/>
                        <a:t>.</a:t>
                      </a:r>
                    </a:p>
                    <a:p>
                      <a:pPr algn="just"/>
                      <a:endParaRPr lang="ru-RU" sz="1800" dirty="0" smtClean="0"/>
                    </a:p>
                    <a:p>
                      <a:pPr algn="just"/>
                      <a:endParaRPr lang="ru-RU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«</a:t>
                      </a:r>
                      <a:r>
                        <a:rPr lang="ru-RU" sz="1800" dirty="0" err="1" smtClean="0"/>
                        <a:t>Оқыдың</a:t>
                      </a:r>
                      <a:r>
                        <a:rPr lang="ru-RU" sz="1800" dirty="0" smtClean="0"/>
                        <a:t> ба?!» — это многофункциональный цифровой дневник или карманная книга, служащая практическим руководством для личностного развития, саморазвития и внедрения осознанного чтения и действий в повседневную жизнь.</a:t>
                      </a:r>
                      <a:endParaRPr lang="ru-RU" sz="1800" b="1" i="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09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5368"/>
              </p:ext>
            </p:extLst>
          </p:nvPr>
        </p:nvGraphicFramePr>
        <p:xfrm>
          <a:off x="465328" y="995680"/>
          <a:ext cx="11402568" cy="581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75148"/>
                <a:gridCol w="6027420"/>
              </a:tblGrid>
              <a:tr h="281937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VCJ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қоры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өз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қызметін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Қазақстан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Республикасының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заңнамасына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соның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ішінде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бұқаралық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ақпарат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құралдары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саласын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реттейтін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нормаларға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сәйкес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тіркеліп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бекітілген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Жарғы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негізінде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жүзеге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асырады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.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Қор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құрамына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кіретін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қоғамдық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қорлар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мен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қатысушылардың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қызметі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VCJ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қорының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ішкі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нормативтік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құжаттарымен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соның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ішінде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ішкі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реттеудің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негізгі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құжаты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болып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табылатын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"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Этикалық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жарғымен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" </a:t>
                      </a:r>
                      <a:r>
                        <a:rPr lang="ru-RU" sz="1800" b="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реттеледі</a:t>
                      </a: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. </a:t>
                      </a:r>
                    </a:p>
                    <a:p>
                      <a:pPr algn="ctr"/>
                      <a:endParaRPr lang="ru-RU" sz="1800" b="0" i="0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Фонд VCJ осуществляет свою деятельность в соответствии с Уставом, зарегистрированным в установленном порядке в соответствии с законодательством Республики Казахстан, включая нормы, регулирующие деятельность в сфере СМИ. Деятельность присоединённых общественных фондов и участников регламентируется внутренними нормативными актами фонда, в том числе "Этическим уставом" — основным документом внутреннего регулирования.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k-KZ" sz="1800" b="0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1656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k-KZ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Примеру</a:t>
                      </a:r>
                      <a:r>
                        <a:rPr lang="en-US" sz="1800" b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:</a:t>
                      </a:r>
                      <a:r>
                        <a:rPr lang="en-US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k-KZ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(Консорциум - «</a:t>
                      </a:r>
                      <a:r>
                        <a:rPr lang="en-US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KAZBRANDS &amp; VCJ</a:t>
                      </a:r>
                      <a:r>
                        <a:rPr lang="kk-KZ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»</a:t>
                      </a:r>
                      <a:r>
                        <a:rPr lang="en-US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k-KZ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или Консорциум - «Күй анасы </a:t>
                      </a:r>
                      <a:r>
                        <a:rPr lang="en-US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&amp; VCJ</a:t>
                      </a:r>
                      <a:r>
                        <a:rPr lang="kk-KZ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») и тд</a:t>
                      </a:r>
                      <a:r>
                        <a:rPr lang="en-US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k-KZ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ru-RU" sz="1800" b="0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k-KZ" sz="1800" b="0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3672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 smtClean="0">
                          <a:effectLst/>
                        </a:rPr>
                        <a:t>Қор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қызметінің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басты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мақсаты</a:t>
                      </a:r>
                      <a:r>
                        <a:rPr lang="ru-RU" sz="1800" dirty="0" smtClean="0">
                          <a:effectLst/>
                        </a:rPr>
                        <a:t> – </a:t>
                      </a:r>
                      <a:r>
                        <a:rPr lang="ru-RU" sz="1800" dirty="0" err="1" smtClean="0">
                          <a:effectLst/>
                        </a:rPr>
                        <a:t>қоғамдық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ұйымдар</a:t>
                      </a:r>
                      <a:r>
                        <a:rPr lang="ru-RU" sz="1800" dirty="0" smtClean="0">
                          <a:effectLst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қорлар</a:t>
                      </a:r>
                      <a:r>
                        <a:rPr lang="ru-RU" sz="1800" dirty="0" smtClean="0">
                          <a:effectLst/>
                        </a:rPr>
                        <a:t> мен </a:t>
                      </a:r>
                      <a:r>
                        <a:rPr lang="ru-RU" sz="1800" dirty="0" err="1" smtClean="0">
                          <a:effectLst/>
                        </a:rPr>
                        <a:t>үкіметтік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емес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ұйымдар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арасындағы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ынтымақтастық</a:t>
                      </a:r>
                      <a:r>
                        <a:rPr lang="ru-RU" sz="1800" dirty="0" smtClean="0">
                          <a:effectLst/>
                        </a:rPr>
                        <a:t> пен </a:t>
                      </a:r>
                      <a:r>
                        <a:rPr lang="ru-RU" sz="1800" dirty="0" err="1" smtClean="0">
                          <a:effectLst/>
                        </a:rPr>
                        <a:t>бірлікті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нығайту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болып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табылғанымен</a:t>
                      </a:r>
                      <a:r>
                        <a:rPr lang="ru-RU" sz="1800" dirty="0" smtClean="0">
                          <a:effectLst/>
                        </a:rPr>
                        <a:t>, </a:t>
                      </a:r>
                      <a:r>
                        <a:rPr lang="en-US" sz="1800" dirty="0" smtClean="0">
                          <a:effectLst/>
                        </a:rPr>
                        <a:t>VCJ </a:t>
                      </a:r>
                      <a:r>
                        <a:rPr lang="ru-RU" sz="1800" dirty="0" err="1" smtClean="0">
                          <a:effectLst/>
                        </a:rPr>
                        <a:t>корпоративтік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қоры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әрбір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құрылым</a:t>
                      </a:r>
                      <a:r>
                        <a:rPr lang="ru-RU" sz="1800" dirty="0" smtClean="0">
                          <a:effectLst/>
                        </a:rPr>
                        <a:t> мен </a:t>
                      </a:r>
                      <a:r>
                        <a:rPr lang="ru-RU" sz="1800" dirty="0" err="1" smtClean="0">
                          <a:effectLst/>
                        </a:rPr>
                        <a:t>институттың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даралығын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жоюды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көздемейді</a:t>
                      </a:r>
                      <a:r>
                        <a:rPr lang="ru-RU" sz="1800" dirty="0" smtClean="0">
                          <a:effectLst/>
                        </a:rPr>
                        <a:t>. </a:t>
                      </a:r>
                      <a:r>
                        <a:rPr lang="ru-RU" sz="1800" dirty="0" err="1" smtClean="0">
                          <a:effectLst/>
                        </a:rPr>
                        <a:t>Қайта</a:t>
                      </a:r>
                      <a:r>
                        <a:rPr lang="ru-RU" sz="1800" dirty="0" smtClean="0">
                          <a:effectLst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олардың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бірегейлігін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сақтай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отырып</a:t>
                      </a:r>
                      <a:r>
                        <a:rPr lang="ru-RU" sz="1800" dirty="0" smtClean="0">
                          <a:effectLst/>
                        </a:rPr>
                        <a:t>, </a:t>
                      </a:r>
                      <a:r>
                        <a:rPr lang="ru-RU" sz="1800" dirty="0" err="1" smtClean="0">
                          <a:effectLst/>
                        </a:rPr>
                        <a:t>ортақ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құндылықтарға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негізделген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үйлесімді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әріптестік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орнатуды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мақсат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 err="1" smtClean="0">
                          <a:effectLst/>
                        </a:rPr>
                        <a:t>етеді</a:t>
                      </a:r>
                      <a:r>
                        <a:rPr lang="ru-RU" sz="1800" dirty="0" smtClean="0">
                          <a:effectLst/>
                        </a:rPr>
                        <a:t>.</a:t>
                      </a:r>
                      <a:endParaRPr lang="ru-RU" sz="1800" dirty="0" smtClean="0"/>
                    </a:p>
                    <a:p>
                      <a:pPr algn="just"/>
                      <a:endParaRPr lang="ru-RU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 smtClean="0">
                          <a:effectLst/>
                        </a:rPr>
                        <a:t>Несмотря на то, что основной целью деятельности фонда является укрепление сотрудничества и объединения общественных организаций, фондов и НПО, корпоративный фонд VCJ не стремится к нивелированию индивидуальности отдельных структур и институтов. Напротив, он ставит перед собой задачу построения гармоничного партнёрства на основе общих ценностей с уважением к уникальности каждой стороны.</a:t>
                      </a:r>
                      <a:endParaRPr lang="ru-RU" sz="1800" b="0" i="0" dirty="0" smtClean="0">
                        <a:solidFill>
                          <a:srgbClr val="0D0D0D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445" y="17365"/>
            <a:ext cx="883479" cy="877747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883" y="76416"/>
            <a:ext cx="1446157" cy="83606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784" y="1"/>
            <a:ext cx="922503" cy="91247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374" b="50043"/>
          <a:stretch/>
        </p:blipFill>
        <p:spPr>
          <a:xfrm>
            <a:off x="7813040" y="0"/>
            <a:ext cx="911731" cy="950561"/>
          </a:xfrm>
          <a:prstGeom prst="rect">
            <a:avLst/>
          </a:prstGeom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4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73"/>
              </p:ext>
            </p:extLst>
          </p:nvPr>
        </p:nvGraphicFramePr>
        <p:xfrm>
          <a:off x="498763" y="124690"/>
          <a:ext cx="11247417" cy="669483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83963"/>
                <a:gridCol w="5563454"/>
              </a:tblGrid>
              <a:tr h="5683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VCJ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</a:rPr>
                        <a:t>кітаптарының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</a:rPr>
                        <a:t>түрлері</a:t>
                      </a:r>
                      <a:endParaRPr lang="ru-RU" sz="2000" b="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Типы книг VCJ </a:t>
                      </a:r>
                      <a:endParaRPr lang="ru-RU" sz="2000" b="1" i="0" dirty="0" smtClean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</a:tr>
              <a:tr h="1764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 smtClean="0"/>
                        <a:t>Қарапайым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кітаптар</a:t>
                      </a:r>
                      <a:r>
                        <a:rPr lang="ru-RU" sz="1600" dirty="0" smtClean="0"/>
                        <a:t> 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ru-RU" sz="1600" dirty="0" smtClean="0">
                          <a:effectLst/>
                        </a:rPr>
                        <a:t>«</a:t>
                      </a:r>
                      <a:r>
                        <a:rPr lang="en-US" sz="1600" dirty="0" err="1" smtClean="0">
                          <a:effectLst/>
                        </a:rPr>
                        <a:t>Tamyr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Shejire</a:t>
                      </a:r>
                      <a:r>
                        <a:rPr lang="ru-RU" sz="1600" dirty="0" smtClean="0">
                          <a:effectLst/>
                        </a:rPr>
                        <a:t>»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қосымшасына</a:t>
                      </a:r>
                      <a:r>
                        <a:rPr lang="ru-RU" sz="1600" dirty="0" smtClean="0"/>
                        <a:t> 1 </a:t>
                      </a:r>
                      <a:r>
                        <a:rPr lang="ru-RU" sz="1600" dirty="0" err="1" smtClean="0"/>
                        <a:t>жылдық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қолжетімділік</a:t>
                      </a:r>
                      <a:r>
                        <a:rPr lang="ru-RU" sz="1600" dirty="0" smtClean="0"/>
                        <a:t> 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ru-RU" sz="1600" dirty="0" smtClean="0"/>
                        <a:t> </a:t>
                      </a:r>
                      <a:r>
                        <a:rPr lang="en-US" sz="1600" dirty="0" smtClean="0">
                          <a:effectLst/>
                        </a:rPr>
                        <a:t>NFT-</a:t>
                      </a:r>
                      <a:r>
                        <a:rPr lang="ru-RU" sz="1600" dirty="0" err="1" smtClean="0">
                          <a:effectLst/>
                        </a:rPr>
                        <a:t>токені</a:t>
                      </a:r>
                      <a:r>
                        <a:rPr lang="ru-RU" sz="1600" dirty="0" smtClean="0">
                          <a:effectLst/>
                        </a:rPr>
                        <a:t> бар. </a:t>
                      </a:r>
                      <a:endParaRPr lang="kk-KZ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ru-RU" sz="1600" dirty="0" err="1" smtClean="0">
                          <a:effectLst/>
                        </a:rPr>
                        <a:t>Бұл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кітаптың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иесіне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арнайы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өкілеттіктер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берілмейді</a:t>
                      </a:r>
                      <a:r>
                        <a:rPr lang="ru-RU" sz="1600" dirty="0" smtClean="0">
                          <a:effectLst/>
                        </a:rPr>
                        <a:t>. </a:t>
                      </a:r>
                      <a:r>
                        <a:rPr lang="ru-RU" sz="1600" dirty="0" err="1" smtClean="0">
                          <a:effectLst/>
                        </a:rPr>
                        <a:t>Оның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жалғыз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мүмкіндігі</a:t>
                      </a:r>
                      <a:r>
                        <a:rPr lang="ru-RU" sz="1600" dirty="0" smtClean="0">
                          <a:effectLst/>
                        </a:rPr>
                        <a:t> — </a:t>
                      </a:r>
                      <a:r>
                        <a:rPr lang="ru-RU" sz="1600" dirty="0" err="1" smtClean="0">
                          <a:effectLst/>
                        </a:rPr>
                        <a:t>қосымшаға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бір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жыл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бойы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қол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жеткізіп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өз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мәліметтерін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енгізу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құқығы</a:t>
                      </a:r>
                      <a:r>
                        <a:rPr lang="ru-RU" sz="1600" dirty="0" smtClean="0">
                          <a:effectLst/>
                        </a:rPr>
                        <a:t>.</a:t>
                      </a:r>
                      <a:endParaRPr lang="ru-RU" sz="1600" b="0" i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600" dirty="0" smtClean="0">
                          <a:effectLst/>
                        </a:rPr>
                        <a:t>Обычные книги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ru-RU" sz="1600" dirty="0" smtClean="0">
                          <a:effectLst/>
                        </a:rPr>
                        <a:t> доступ к приложению «</a:t>
                      </a:r>
                      <a:r>
                        <a:rPr lang="en-US" sz="1600" dirty="0" err="1" smtClean="0">
                          <a:effectLst/>
                        </a:rPr>
                        <a:t>Tamyr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Shejire</a:t>
                      </a:r>
                      <a:r>
                        <a:rPr lang="ru-RU" sz="1600" dirty="0" smtClean="0">
                          <a:effectLst/>
                        </a:rPr>
                        <a:t>» на 1 год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ru-RU" sz="1600" dirty="0" smtClean="0">
                          <a:effectLst/>
                        </a:rPr>
                        <a:t>Имеет NFT-</a:t>
                      </a:r>
                      <a:r>
                        <a:rPr lang="ru-RU" sz="1600" dirty="0" err="1" smtClean="0">
                          <a:effectLst/>
                        </a:rPr>
                        <a:t>токен</a:t>
                      </a:r>
                      <a:r>
                        <a:rPr lang="ru-RU" sz="1600" dirty="0" smtClean="0">
                          <a:effectLst/>
                        </a:rPr>
                        <a:t>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ru-RU" sz="1600" dirty="0" smtClean="0">
                          <a:effectLst/>
                        </a:rPr>
                        <a:t>Обладатель этой книги не наделяется особыми полномочиями. Единственное право — это годовой доступ к приложению с возможностью вносить туда личную информацию.</a:t>
                      </a:r>
                      <a:endParaRPr lang="ru-RU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17648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ru-RU" sz="1600" dirty="0" smtClean="0">
                          <a:effectLst/>
                        </a:rPr>
                        <a:t>Акция-</a:t>
                      </a:r>
                      <a:r>
                        <a:rPr lang="ru-RU" sz="1600" dirty="0" err="1" smtClean="0">
                          <a:effectLst/>
                        </a:rPr>
                        <a:t>кітаптың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ерекшеліктері</a:t>
                      </a:r>
                      <a:endParaRPr lang="ru-RU" sz="1600" dirty="0" smtClean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 err="1" smtClean="0">
                          <a:effectLst/>
                        </a:rPr>
                        <a:t>Бұл</a:t>
                      </a:r>
                      <a:r>
                        <a:rPr lang="ru-RU" sz="1600" dirty="0" smtClean="0">
                          <a:effectLst/>
                        </a:rPr>
                        <a:t> – акция-</a:t>
                      </a:r>
                      <a:r>
                        <a:rPr lang="ru-RU" sz="1600" dirty="0" err="1" smtClean="0">
                          <a:effectLst/>
                        </a:rPr>
                        <a:t>кітап</a:t>
                      </a:r>
                      <a:r>
                        <a:rPr lang="ru-RU" sz="1600" dirty="0" smtClean="0">
                          <a:effectLst/>
                        </a:rPr>
                        <a:t>.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ru-RU" sz="1600" dirty="0" err="1" smtClean="0">
                          <a:effectLst/>
                        </a:rPr>
                        <a:t>Ғылыми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дереккөздерге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сілтемелері</a:t>
                      </a:r>
                      <a:r>
                        <a:rPr lang="ru-RU" sz="1600" dirty="0" smtClean="0">
                          <a:effectLst/>
                        </a:rPr>
                        <a:t> бар.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effectLst/>
                        </a:rPr>
                        <a:t>NFT-</a:t>
                      </a:r>
                      <a:r>
                        <a:rPr lang="ru-RU" sz="1600" dirty="0" err="1" smtClean="0">
                          <a:effectLst/>
                        </a:rPr>
                        <a:t>токені</a:t>
                      </a:r>
                      <a:r>
                        <a:rPr lang="ru-RU" sz="1600" dirty="0" smtClean="0">
                          <a:effectLst/>
                        </a:rPr>
                        <a:t> бар. 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lang="ru-RU" sz="1600" dirty="0" smtClean="0">
                          <a:effectLst/>
                        </a:rPr>
                        <a:t>«Акция» </a:t>
                      </a:r>
                      <a:r>
                        <a:rPr lang="ru-RU" sz="1600" dirty="0" err="1" smtClean="0">
                          <a:effectLst/>
                        </a:rPr>
                        <a:t>кітабының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иелері</a:t>
                      </a:r>
                      <a:r>
                        <a:rPr lang="ru-RU" sz="1600" dirty="0" smtClean="0">
                          <a:effectLst/>
                        </a:rPr>
                        <a:t> – </a:t>
                      </a:r>
                      <a:r>
                        <a:rPr lang="ru-RU" sz="1600" dirty="0" err="1" smtClean="0">
                          <a:effectLst/>
                        </a:rPr>
                        <a:t>қордың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құрылтайшылары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немесе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белсенділері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болып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табылады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және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олар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қордың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ұйымдастыру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жұмыстарына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қатысу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құқығына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ие</a:t>
                      </a:r>
                      <a:r>
                        <a:rPr lang="ru-RU" sz="1600" dirty="0" smtClean="0">
                          <a:effectLst/>
                        </a:rPr>
                        <a:t>.</a:t>
                      </a:r>
                      <a:endParaRPr lang="ru-RU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 smtClean="0">
                          <a:effectLst/>
                        </a:rPr>
                        <a:t>Особенности </a:t>
                      </a:r>
                      <a:r>
                        <a:rPr lang="ru-RU" sz="1600" dirty="0" err="1" smtClean="0">
                          <a:effectLst/>
                        </a:rPr>
                        <a:t>акционной</a:t>
                      </a:r>
                      <a:r>
                        <a:rPr lang="ru-RU" sz="1600" dirty="0" smtClean="0">
                          <a:effectLst/>
                        </a:rPr>
                        <a:t> книги. 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ru-RU" sz="1600" dirty="0" smtClean="0">
                          <a:effectLst/>
                        </a:rPr>
                        <a:t>Это книга-акция. 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ru-RU" sz="1600" dirty="0" smtClean="0">
                          <a:effectLst/>
                        </a:rPr>
                        <a:t>Имеет научные ссылки на источники. 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ru-RU" sz="1600" dirty="0" smtClean="0">
                          <a:effectLst/>
                        </a:rPr>
                        <a:t>Имеет NFT-</a:t>
                      </a:r>
                      <a:r>
                        <a:rPr lang="ru-RU" sz="1600" dirty="0" err="1" smtClean="0">
                          <a:effectLst/>
                        </a:rPr>
                        <a:t>токен</a:t>
                      </a:r>
                      <a:r>
                        <a:rPr lang="ru-RU" sz="1600" dirty="0" smtClean="0">
                          <a:effectLst/>
                        </a:rPr>
                        <a:t>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ru-RU" sz="1600" dirty="0" smtClean="0">
                          <a:effectLst/>
                        </a:rPr>
                        <a:t>Обладателям книги «Акции» являются учредители или активисты, которые имеют право участвовать в организации и работе фонда.</a:t>
                      </a:r>
                      <a:endParaRPr lang="ru-RU" sz="1600" b="1" i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2482797"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1600" dirty="0" smtClean="0">
                          <a:effectLst/>
                        </a:rPr>
                        <a:t>VIP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кітаптың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ерекшеліктері</a:t>
                      </a:r>
                      <a:endParaRPr lang="en-US" sz="1600" dirty="0" smtClean="0">
                        <a:effectLst/>
                      </a:endParaRP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ru-RU" sz="1600" dirty="0" err="1" smtClean="0">
                          <a:effectLst/>
                        </a:rPr>
                        <a:t>Қолмен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жасалған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былғары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мұқабада</a:t>
                      </a:r>
                      <a:endParaRPr lang="en-US" sz="1600" dirty="0" smtClean="0">
                        <a:effectLst/>
                      </a:endParaRP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ru-RU" sz="1600" dirty="0" smtClean="0">
                          <a:effectLst/>
                        </a:rPr>
                        <a:t>«Абам» </a:t>
                      </a:r>
                      <a:r>
                        <a:rPr lang="ru-RU" sz="1600" dirty="0" err="1" smtClean="0">
                          <a:effectLst/>
                        </a:rPr>
                        <a:t>электронды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жарғысын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қабылдау</a:t>
                      </a:r>
                      <a:endParaRPr lang="en-US" sz="1600" dirty="0" smtClean="0">
                        <a:effectLst/>
                      </a:endParaRP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ru-RU" sz="1600" dirty="0" err="1" smtClean="0">
                          <a:effectLst/>
                        </a:rPr>
                        <a:t>Акционердің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сәйкестендіру</a:t>
                      </a:r>
                      <a:r>
                        <a:rPr lang="ru-RU" sz="1600" dirty="0" smtClean="0">
                          <a:effectLst/>
                        </a:rPr>
                        <a:t> коды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effectLst/>
                        </a:rPr>
                        <a:t>VCJ </a:t>
                      </a:r>
                      <a:r>
                        <a:rPr lang="ru-RU" sz="1600" dirty="0" err="1" smtClean="0">
                          <a:effectLst/>
                        </a:rPr>
                        <a:t>қорының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қаржылық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базасын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бақылауға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қолжетімділік</a:t>
                      </a:r>
                      <a:endParaRPr lang="en-US" sz="1600" dirty="0" smtClean="0">
                        <a:effectLst/>
                      </a:endParaRP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ru-RU" sz="1600" dirty="0" err="1" smtClean="0">
                          <a:effectLst/>
                        </a:rPr>
                        <a:t>Таралымы</a:t>
                      </a:r>
                      <a:r>
                        <a:rPr lang="ru-RU" sz="1600" dirty="0" smtClean="0">
                          <a:effectLst/>
                        </a:rPr>
                        <a:t> – </a:t>
                      </a:r>
                      <a:r>
                        <a:rPr lang="ru-RU" sz="1600" dirty="0" err="1" smtClean="0">
                          <a:effectLst/>
                        </a:rPr>
                        <a:t>шамамен</a:t>
                      </a:r>
                      <a:r>
                        <a:rPr lang="ru-RU" sz="1600" dirty="0" smtClean="0">
                          <a:effectLst/>
                        </a:rPr>
                        <a:t> 200 дана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ru-RU" sz="1600" dirty="0" err="1" smtClean="0"/>
                        <a:t>Мұрагерлік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құқығы</a:t>
                      </a:r>
                      <a:r>
                        <a:rPr lang="ru-RU" sz="1600" dirty="0" smtClean="0"/>
                        <a:t> + </a:t>
                      </a:r>
                      <a:r>
                        <a:rPr lang="en-US" sz="1600" dirty="0" smtClean="0">
                          <a:effectLst/>
                        </a:rPr>
                        <a:t>NFT-</a:t>
                      </a:r>
                      <a:r>
                        <a:rPr lang="ru-RU" sz="1600" dirty="0" err="1" smtClean="0">
                          <a:effectLst/>
                        </a:rPr>
                        <a:t>токені</a:t>
                      </a:r>
                      <a:r>
                        <a:rPr lang="ru-RU" sz="1600" dirty="0" smtClean="0">
                          <a:effectLst/>
                        </a:rPr>
                        <a:t> бар.</a:t>
                      </a:r>
                      <a:endParaRPr lang="en-US" sz="1600" dirty="0" smtClean="0">
                        <a:effectLst/>
                      </a:endParaRP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ru-RU" sz="1600" dirty="0" smtClean="0">
                          <a:effectLst/>
                        </a:rPr>
                        <a:t>Алтын </a:t>
                      </a:r>
                      <a:r>
                        <a:rPr lang="ru-RU" sz="1600" dirty="0" err="1" smtClean="0">
                          <a:effectLst/>
                        </a:rPr>
                        <a:t>эквиваленті</a:t>
                      </a:r>
                      <a:r>
                        <a:rPr lang="ru-RU" sz="1600" dirty="0" smtClean="0">
                          <a:effectLst/>
                        </a:rPr>
                        <a:t> бар, банк-</a:t>
                      </a:r>
                      <a:r>
                        <a:rPr lang="ru-RU" sz="1600" dirty="0" err="1" smtClean="0">
                          <a:effectLst/>
                        </a:rPr>
                        <a:t>кепілмен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келісім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жасау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мүмкіндігі</a:t>
                      </a:r>
                      <a:r>
                        <a:rPr lang="ru-RU" sz="1600" dirty="0" smtClean="0"/>
                        <a:t/>
                      </a:r>
                      <a:br>
                        <a:rPr lang="ru-RU" sz="1600" dirty="0" smtClean="0"/>
                      </a:br>
                      <a:endParaRPr lang="ru-RU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Особенности привилегированной книги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 smtClean="0"/>
                        <a:t>Ручная работа, кожаный переплёт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 smtClean="0"/>
                        <a:t>Подписание этической нормы 'Абам'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 smtClean="0"/>
                        <a:t>Идентификационный код акционера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 smtClean="0"/>
                        <a:t>Доступ к контролю финансовой базы VCJ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 smtClean="0"/>
                        <a:t>Тираж </a:t>
                      </a:r>
                      <a:r>
                        <a:rPr lang="ru-RU" sz="1600" baseline="0" dirty="0" smtClean="0"/>
                        <a:t> </a:t>
                      </a:r>
                      <a:r>
                        <a:rPr lang="ru-RU" sz="1600" dirty="0" smtClean="0"/>
                        <a:t>200 экземпляров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ru-RU" sz="1600" dirty="0" smtClean="0">
                          <a:effectLst/>
                        </a:rPr>
                        <a:t>Наследование + Имеет NFT-</a:t>
                      </a:r>
                      <a:r>
                        <a:rPr lang="ru-RU" sz="1600" dirty="0" err="1" smtClean="0">
                          <a:effectLst/>
                        </a:rPr>
                        <a:t>токен</a:t>
                      </a:r>
                      <a:r>
                        <a:rPr lang="ru-RU" sz="1600" dirty="0" smtClean="0">
                          <a:effectLst/>
                        </a:rPr>
                        <a:t>. </a:t>
                      </a:r>
                      <a:endParaRPr lang="ru-RU" sz="1600" dirty="0" smtClean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00" dirty="0" smtClean="0"/>
                        <a:t>Золотой эквивалент, возможен договор с банком-гарантом</a:t>
                      </a:r>
                    </a:p>
                    <a:p>
                      <a:endParaRPr lang="ru-RU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81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139425"/>
              </p:ext>
            </p:extLst>
          </p:nvPr>
        </p:nvGraphicFramePr>
        <p:xfrm>
          <a:off x="613064" y="585731"/>
          <a:ext cx="11368404" cy="625806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10516"/>
                <a:gridCol w="1456857"/>
                <a:gridCol w="3139811"/>
                <a:gridCol w="2790944"/>
                <a:gridCol w="3370276"/>
              </a:tblGrid>
              <a:tr h="809428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№</a:t>
                      </a:r>
                      <a:endParaRPr lang="ru-RU" sz="1800" b="1" dirty="0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Қазақша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деңгей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атауы</a:t>
                      </a:r>
                      <a:endParaRPr lang="ru-RU" sz="1800" b="1" dirty="0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Қысқаша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сипаттама</a:t>
                      </a:r>
                      <a:r>
                        <a:rPr lang="ru-RU" sz="1800" dirty="0"/>
                        <a:t> / Краткое описание</a:t>
                      </a:r>
                      <a:endParaRPr lang="ru-RU" sz="1800" b="1" dirty="0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Құқықтары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smtClean="0"/>
                        <a:t>мен </a:t>
                      </a:r>
                      <a:r>
                        <a:rPr lang="ru-RU" sz="1800" dirty="0" err="1" smtClean="0"/>
                        <a:t>артықшылықтары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/>
                        <a:t>/ Права и привилегии</a:t>
                      </a:r>
                      <a:endParaRPr lang="ru-RU" sz="1800" b="1" dirty="0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Міндеттері</a:t>
                      </a:r>
                      <a:r>
                        <a:rPr lang="ru-RU" sz="1800" dirty="0"/>
                        <a:t> / Обязанности</a:t>
                      </a:r>
                      <a:endParaRPr lang="ru-RU" sz="1800" b="1" dirty="0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</a:tr>
              <a:tr h="906741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1</a:t>
                      </a:r>
                      <a:endParaRPr lang="ru-RU" sz="1800" b="1"/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«Алтын Адам»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Аңыздық рухани символ / Легендарный духовный символ (не живой человек)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Мәртебе берілмейді / Статус не присваивается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Міндет жоқ / Нет обязательств</a:t>
                      </a:r>
                    </a:p>
                  </a:txBody>
                  <a:tcPr marL="34811" marR="34811" marT="17405" marB="17405" anchor="ctr"/>
                </a:tc>
              </a:tr>
              <a:tr h="1586007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2</a:t>
                      </a:r>
                      <a:endParaRPr lang="ru-RU" sz="1800" b="1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«Абам»</a:t>
                      </a:r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Қорға</a:t>
                      </a:r>
                      <a:r>
                        <a:rPr lang="ru-RU" sz="1800" dirty="0"/>
                        <a:t> инвестиция </a:t>
                      </a:r>
                      <a:r>
                        <a:rPr lang="ru-RU" sz="1800" dirty="0" err="1"/>
                        <a:t>немесе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 smtClean="0"/>
                        <a:t>гиг</a:t>
                      </a:r>
                      <a:r>
                        <a:rPr lang="ru-RU" sz="1800" dirty="0" smtClean="0"/>
                        <a:t>. </a:t>
                      </a:r>
                      <a:r>
                        <a:rPr lang="ru-RU" sz="1800" dirty="0" err="1" smtClean="0"/>
                        <a:t>мөлшерінде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ақпарат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/>
                        <a:t>берген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тұлға</a:t>
                      </a:r>
                      <a:r>
                        <a:rPr lang="ru-RU" sz="1800" dirty="0"/>
                        <a:t> / Лицо, внесшее инвестиции или ценные </a:t>
                      </a:r>
                      <a:r>
                        <a:rPr lang="ru-RU" sz="1800" dirty="0" smtClean="0"/>
                        <a:t>данные в гигабайтах</a:t>
                      </a:r>
                      <a:endParaRPr lang="ru-RU" sz="1800" dirty="0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- </a:t>
                      </a:r>
                      <a:r>
                        <a:rPr lang="ru-RU" sz="1800" dirty="0" err="1"/>
                        <a:t>Өмір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бойы</a:t>
                      </a:r>
                      <a:r>
                        <a:rPr lang="ru-RU" sz="1800" dirty="0"/>
                        <a:t> дивиденд / Пожизненные дивиденды- </a:t>
                      </a:r>
                      <a:r>
                        <a:rPr lang="ru-RU" sz="1800" dirty="0" err="1"/>
                        <a:t>Мұрагерге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қалдыру</a:t>
                      </a:r>
                      <a:r>
                        <a:rPr lang="ru-RU" sz="1800" dirty="0"/>
                        <a:t> / Наследуемость- </a:t>
                      </a:r>
                      <a:r>
                        <a:rPr lang="ru-RU" sz="1800" dirty="0" err="1"/>
                        <a:t>Кеңес</a:t>
                      </a:r>
                      <a:r>
                        <a:rPr lang="ru-RU" sz="1800" dirty="0"/>
                        <a:t> беру </a:t>
                      </a:r>
                      <a:r>
                        <a:rPr lang="ru-RU" sz="1800" dirty="0" err="1"/>
                        <a:t>құқығы</a:t>
                      </a:r>
                      <a:r>
                        <a:rPr lang="ru-RU" sz="1800" dirty="0"/>
                        <a:t> / Консультативный голос</a:t>
                      </a:r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- Этика мен </a:t>
                      </a:r>
                      <a:r>
                        <a:rPr lang="ru-RU" sz="1800" dirty="0" err="1" smtClean="0"/>
                        <a:t>жарғыны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сақтау</a:t>
                      </a:r>
                      <a:r>
                        <a:rPr lang="ru-RU" sz="1800" dirty="0" smtClean="0"/>
                        <a:t> / Соблюдение устава</a:t>
                      </a:r>
                    </a:p>
                    <a:p>
                      <a:r>
                        <a:rPr lang="ru-RU" sz="1800" dirty="0" smtClean="0"/>
                        <a:t>Абам </a:t>
                      </a:r>
                      <a:r>
                        <a:rPr lang="ru-RU" sz="1800" dirty="0" err="1" smtClean="0"/>
                        <a:t>мұрагері</a:t>
                      </a:r>
                      <a:r>
                        <a:rPr lang="ru-RU" sz="1800" dirty="0" smtClean="0"/>
                        <a:t> (наследник)- </a:t>
                      </a:r>
                      <a:r>
                        <a:rPr lang="ru-RU" sz="1800" dirty="0" err="1" smtClean="0"/>
                        <a:t>жыл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/>
                        <a:t>сайын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smtClean="0"/>
                        <a:t>ас беру </a:t>
                      </a:r>
                      <a:r>
                        <a:rPr lang="ru-RU" sz="1800" dirty="0" err="1" smtClean="0"/>
                        <a:t>және</a:t>
                      </a:r>
                      <a:r>
                        <a:rPr lang="ru-RU" sz="1800" dirty="0" smtClean="0"/>
                        <a:t> 1 </a:t>
                      </a:r>
                      <a:r>
                        <a:rPr lang="ru-RU" sz="1800" dirty="0" err="1" smtClean="0"/>
                        <a:t>ғылыми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конф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/>
                        <a:t>/ Ас в память </a:t>
                      </a:r>
                      <a:r>
                        <a:rPr lang="ru-RU" sz="1800" dirty="0" smtClean="0"/>
                        <a:t>покойного и орг. научной</a:t>
                      </a:r>
                      <a:r>
                        <a:rPr lang="ru-RU" sz="1800" baseline="0" dirty="0" smtClean="0"/>
                        <a:t> </a:t>
                      </a:r>
                      <a:r>
                        <a:rPr lang="ru-RU" sz="1800" dirty="0" smtClean="0"/>
                        <a:t> конференции</a:t>
                      </a:r>
                      <a:endParaRPr lang="ru-RU" sz="1800" dirty="0"/>
                    </a:p>
                  </a:txBody>
                  <a:tcPr marL="34811" marR="34811" marT="17405" marB="17405" anchor="ctr">
                    <a:solidFill>
                      <a:srgbClr val="FFC000"/>
                    </a:solidFill>
                  </a:tcPr>
                </a:tc>
              </a:tr>
              <a:tr h="1327148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3</a:t>
                      </a:r>
                      <a:endParaRPr lang="ru-RU" sz="1800" b="1"/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«</a:t>
                      </a:r>
                      <a:r>
                        <a:rPr lang="ru-RU" sz="1800" dirty="0" err="1" smtClean="0"/>
                        <a:t>Ағын</a:t>
                      </a:r>
                      <a:r>
                        <a:rPr lang="ru-RU" sz="1800" dirty="0" smtClean="0"/>
                        <a:t>»</a:t>
                      </a:r>
                      <a:endParaRPr lang="ru-RU" sz="1800" dirty="0"/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Қызметкерлер немесе үлес қосқан белсенділер / Активисты: сотрудники или вкладчики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- Жалақы (қызметкерлерге) / Зарплата- Қатысу / Участие- Ұсыныстар енгізу / Возможность вносить предложения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- Бір реттік жарна / Единовременный взнос- Міндеттерін орындау / Выполнение обязанностей</a:t>
                      </a:r>
                    </a:p>
                  </a:txBody>
                  <a:tcPr marL="34811" marR="34811" marT="17405" marB="17405" anchor="ctr"/>
                </a:tc>
              </a:tr>
              <a:tr h="1327148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4</a:t>
                      </a:r>
                      <a:endParaRPr lang="ru-RU" sz="1800" b="1" dirty="0"/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«Адам»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Қарапайым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қолданушылар</a:t>
                      </a:r>
                      <a:r>
                        <a:rPr lang="ru-RU" sz="1800" dirty="0"/>
                        <a:t> / Массовые пользователи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 NFT-</a:t>
                      </a:r>
                      <a:r>
                        <a:rPr lang="ru-RU" sz="1800" dirty="0" err="1"/>
                        <a:t>күнделік</a:t>
                      </a:r>
                      <a:r>
                        <a:rPr lang="ru-RU" sz="1800" dirty="0"/>
                        <a:t> / </a:t>
                      </a:r>
                      <a:r>
                        <a:rPr lang="en-US" sz="1800" dirty="0"/>
                        <a:t>NFT-</a:t>
                      </a:r>
                      <a:r>
                        <a:rPr lang="ru-RU" sz="1800" dirty="0"/>
                        <a:t>дневник- «</a:t>
                      </a:r>
                      <a:r>
                        <a:rPr lang="ru-RU" sz="1800" dirty="0" err="1"/>
                        <a:t>Оқыдың</a:t>
                      </a:r>
                      <a:r>
                        <a:rPr lang="ru-RU" sz="1800" dirty="0"/>
                        <a:t> ба?» </a:t>
                      </a:r>
                      <a:r>
                        <a:rPr lang="ru-RU" sz="1800" dirty="0" err="1"/>
                        <a:t>жүйесі</a:t>
                      </a:r>
                      <a:r>
                        <a:rPr lang="ru-RU" sz="1800" dirty="0"/>
                        <a:t> / Система «Читал?»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800" dirty="0" err="1" smtClean="0"/>
                        <a:t>Жазылым</a:t>
                      </a:r>
                      <a:r>
                        <a:rPr lang="ru-RU" sz="1800" dirty="0"/>
                        <a:t>: </a:t>
                      </a:r>
                      <a:r>
                        <a:rPr lang="ru-RU" sz="1800" dirty="0" smtClean="0"/>
                        <a:t>Подписка</a:t>
                      </a:r>
                      <a:r>
                        <a:rPr lang="ru-RU" sz="1800" dirty="0"/>
                        <a:t>: 50/250/1600 </a:t>
                      </a:r>
                      <a:r>
                        <a:rPr lang="ru-RU" sz="1800" dirty="0" err="1" smtClean="0"/>
                        <a:t>тг</a:t>
                      </a:r>
                      <a:endParaRPr lang="ru-RU" sz="1800" dirty="0" smtClean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800" dirty="0" smtClean="0"/>
                        <a:t>- </a:t>
                      </a:r>
                      <a:r>
                        <a:rPr lang="ru-RU" sz="1800" dirty="0" smtClean="0">
                          <a:effectLst/>
                        </a:rPr>
                        <a:t>«</a:t>
                      </a:r>
                      <a:r>
                        <a:rPr lang="en-US" sz="1800" dirty="0" err="1" smtClean="0">
                          <a:effectLst/>
                        </a:rPr>
                        <a:t>Tamyr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en-US" sz="1800" dirty="0" err="1" smtClean="0">
                          <a:effectLst/>
                        </a:rPr>
                        <a:t>Shejire</a:t>
                      </a:r>
                      <a:r>
                        <a:rPr lang="ru-RU" sz="1800" dirty="0" smtClean="0">
                          <a:effectLst/>
                        </a:rPr>
                        <a:t>» </a:t>
                      </a:r>
                      <a:r>
                        <a:rPr lang="ru-RU" sz="1800" dirty="0" err="1" smtClean="0">
                          <a:effectLst/>
                        </a:rPr>
                        <a:t>қ</a:t>
                      </a:r>
                      <a:r>
                        <a:rPr lang="ru-RU" sz="1800" dirty="0" err="1" smtClean="0"/>
                        <a:t>олдану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 smtClean="0"/>
                        <a:t>шартын</a:t>
                      </a:r>
                      <a:r>
                        <a:rPr lang="ru-RU" sz="1800" dirty="0" smtClean="0"/>
                        <a:t> </a:t>
                      </a:r>
                      <a:r>
                        <a:rPr lang="ru-RU" sz="1800" dirty="0" err="1"/>
                        <a:t>сақтау</a:t>
                      </a:r>
                      <a:r>
                        <a:rPr lang="ru-RU" sz="1800" dirty="0"/>
                        <a:t> / Соблюдение правил использования</a:t>
                      </a:r>
                    </a:p>
                  </a:txBody>
                  <a:tcPr marL="34811" marR="34811" marT="17405" marB="17405"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09611" y="124164"/>
            <a:ext cx="103965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Сіз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де </a:t>
            </a:r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таңдаулылардың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бірі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бола </a:t>
            </a:r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аласыз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./</a:t>
            </a:r>
            <a:r>
              <a:rPr lang="kk-K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 можете стать одним из них...</a:t>
            </a:r>
          </a:p>
          <a:p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358654"/>
              </p:ext>
            </p:extLst>
          </p:nvPr>
        </p:nvGraphicFramePr>
        <p:xfrm>
          <a:off x="535576" y="1474353"/>
          <a:ext cx="11351624" cy="53035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5675812"/>
                <a:gridCol w="5675812"/>
              </a:tblGrid>
              <a:tr h="15585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8.2. «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Оқыдың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ба?»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атты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жылдық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NFT-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кітапты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сатып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алған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кезде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(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бағасы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– 1600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теңге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),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қаражат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төмендегі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пропорцияда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бөлінеді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: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/>
                      </a:r>
                      <a:b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</a:br>
                      <a:endParaRPr lang="ru-RU" sz="24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8.2. При покупке ежегодной NFT-книги «</a:t>
                      </a:r>
                      <a:r>
                        <a:rPr lang="ru-RU" sz="2400" dirty="0" err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Оқыдың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ба?» (стоимость – 1600 тенге) средства распределяются следующим образом:</a:t>
                      </a:r>
                      <a: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/>
                      </a:r>
                      <a:br>
                        <a:rPr lang="ru-RU" sz="240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</a:br>
                      <a:endParaRPr lang="ru-RU" sz="24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2487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effectLst/>
                        </a:rPr>
                        <a:t>• 33% – </a:t>
                      </a:r>
                      <a:r>
                        <a:rPr lang="ru-RU" sz="2400" dirty="0" err="1" smtClean="0">
                          <a:effectLst/>
                        </a:rPr>
                        <a:t>Білім</a:t>
                      </a:r>
                      <a:r>
                        <a:rPr lang="ru-RU" sz="2400" dirty="0" smtClean="0">
                          <a:effectLst/>
                        </a:rPr>
                        <a:t> беру </a:t>
                      </a:r>
                      <a:r>
                        <a:rPr lang="ru-RU" sz="2400" dirty="0" err="1" smtClean="0">
                          <a:effectLst/>
                        </a:rPr>
                        <a:t>қорының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жобаларына</a:t>
                      </a:r>
                      <a:r>
                        <a:rPr lang="ru-RU" sz="2400" dirty="0" smtClean="0">
                          <a:effectLst/>
                        </a:rPr>
                        <a:t>;</a:t>
                      </a: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>
                          <a:effectLst/>
                        </a:rPr>
                        <a:t>• 33% – </a:t>
                      </a:r>
                      <a:r>
                        <a:rPr lang="ru-RU" sz="2400" dirty="0" err="1" smtClean="0">
                          <a:effectLst/>
                        </a:rPr>
                        <a:t>Қордың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әкімшілік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және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жобалық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шығындарына</a:t>
                      </a:r>
                      <a:r>
                        <a:rPr lang="ru-RU" sz="2400" dirty="0" smtClean="0">
                          <a:effectLst/>
                        </a:rPr>
                        <a:t>;</a:t>
                      </a: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>
                          <a:effectLst/>
                        </a:rPr>
                        <a:t>• 33% – </a:t>
                      </a:r>
                      <a:r>
                        <a:rPr lang="ru-RU" sz="2400" dirty="0" err="1" smtClean="0">
                          <a:effectLst/>
                        </a:rPr>
                        <a:t>Қайырымдылық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мақсаттарға</a:t>
                      </a:r>
                      <a:r>
                        <a:rPr lang="ru-RU" sz="2400" dirty="0" smtClean="0">
                          <a:effectLst/>
                        </a:rPr>
                        <a:t>;</a:t>
                      </a: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>
                          <a:effectLst/>
                        </a:rPr>
                        <a:t>• 1% – «</a:t>
                      </a:r>
                      <a:r>
                        <a:rPr lang="ru-RU" sz="2400" cap="none" dirty="0" err="1" smtClean="0">
                          <a:sym typeface="Arial"/>
                        </a:rPr>
                        <a:t>Professor</a:t>
                      </a:r>
                      <a:r>
                        <a:rPr lang="ru-RU" sz="2400" cap="none" dirty="0" smtClean="0">
                          <a:sym typeface="Arial"/>
                        </a:rPr>
                        <a:t> &amp; </a:t>
                      </a:r>
                      <a:r>
                        <a:rPr lang="ru-RU" sz="2400" cap="none" dirty="0" err="1" smtClean="0">
                          <a:sym typeface="Arial"/>
                        </a:rPr>
                        <a:t>Ko</a:t>
                      </a:r>
                      <a:r>
                        <a:rPr lang="ru-RU" sz="2400" dirty="0" smtClean="0">
                          <a:effectLst/>
                        </a:rPr>
                        <a:t>» </a:t>
                      </a:r>
                      <a:r>
                        <a:rPr lang="ru-RU" sz="2400" dirty="0" err="1" smtClean="0">
                          <a:effectLst/>
                        </a:rPr>
                        <a:t>арнайы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зияткерлік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зерттеу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 err="1" smtClean="0">
                          <a:effectLst/>
                        </a:rPr>
                        <a:t>қорына</a:t>
                      </a:r>
                      <a:r>
                        <a:rPr lang="ru-RU" sz="2400" dirty="0" smtClean="0">
                          <a:effectLst/>
                        </a:rPr>
                        <a:t>.</a:t>
                      </a:r>
                      <a:endParaRPr lang="ru-RU" sz="2400" dirty="0" smtClean="0"/>
                    </a:p>
                    <a:p>
                      <a:endParaRPr lang="ru-RU" sz="2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effectLst/>
                        </a:rPr>
                        <a:t>• 33% — на проекты Образовательного фонда;</a:t>
                      </a: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>
                          <a:effectLst/>
                        </a:rPr>
                        <a:t>• 33% — на административные и проектные расходы Корпоративного фонда;</a:t>
                      </a: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>
                          <a:effectLst/>
                        </a:rPr>
                        <a:t>• 33% — на благотворительные цели;</a:t>
                      </a: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>
                          <a:effectLst/>
                        </a:rPr>
                        <a:t>• 1% — в интеллектуальный фонд «</a:t>
                      </a:r>
                      <a:r>
                        <a:rPr lang="ru-RU" sz="2400" cap="none" dirty="0" err="1" smtClean="0">
                          <a:sym typeface="Arial"/>
                        </a:rPr>
                        <a:t>Professor</a:t>
                      </a:r>
                      <a:r>
                        <a:rPr lang="ru-RU" sz="2400" cap="none" dirty="0" smtClean="0">
                          <a:sym typeface="Arial"/>
                        </a:rPr>
                        <a:t> &amp; </a:t>
                      </a:r>
                      <a:r>
                        <a:rPr lang="ru-RU" sz="2400" cap="none" dirty="0" err="1" smtClean="0">
                          <a:sym typeface="Arial"/>
                        </a:rPr>
                        <a:t>Ko</a:t>
                      </a:r>
                      <a:r>
                        <a:rPr lang="ru-RU" sz="2400" dirty="0" smtClean="0">
                          <a:effectLst/>
                        </a:rPr>
                        <a:t>».</a:t>
                      </a:r>
                      <a:endParaRPr lang="ru-RU" sz="24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ru-RU" sz="2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8184" y="0"/>
            <a:ext cx="105508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Согласно Уставу корпоративного фонда VCJ, подпункту 6.2 (6</a:t>
            </a:r>
            <a:r>
              <a:rPr lang="ru-RU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)., (извлечение из внутренних норм)</a:t>
            </a:r>
            <a:r>
              <a:rPr lang="en-US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kk-KZ" sz="2000" b="1" dirty="0" smtClean="0">
              <a:solidFill>
                <a:srgbClr val="0D0D0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 smtClean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VCJ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корпоративтік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қорының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Жарғысының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6.2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тармағының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6-тармақшасына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сәйкес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ішкі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ережелерден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алынған</a:t>
            </a:r>
            <a:r>
              <a:rPr lang="ru-RU" sz="20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 err="1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үзінді</a:t>
            </a:r>
            <a:r>
              <a:rPr lang="ru-RU" sz="2000" b="1" dirty="0" smtClean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):</a:t>
            </a:r>
            <a:endParaRPr lang="ru-RU" sz="20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15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C6158C3-08AC-3049-BB9A-A4A8E7A5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5A21F73-F00E-6822-BECF-D39245D5D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04270"/>
              </p:ext>
            </p:extLst>
          </p:nvPr>
        </p:nvGraphicFramePr>
        <p:xfrm>
          <a:off x="549630" y="86143"/>
          <a:ext cx="10994834" cy="66138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97417"/>
                <a:gridCol w="5497417"/>
              </a:tblGrid>
              <a:tr h="26664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Гендерлік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теңдік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–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шын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мәнінде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мүмкін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емес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идеал.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Сондықтан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біз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қоғамдық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дискурста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"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гендерлік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әділеттілік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"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ұғымын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қолдануды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ru-RU" sz="20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ұсынамыз</a:t>
                      </a:r>
                      <a:r>
                        <a:rPr lang="ru-RU" sz="20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. </a:t>
                      </a:r>
                      <a:endParaRPr lang="ru-RU" sz="2000" b="1" i="0" dirty="0" smtClean="0">
                        <a:solidFill>
                          <a:sysClr val="windowText" lastClr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Гендерное равенство как </a:t>
                      </a:r>
                      <a:r>
                        <a:rPr lang="ru-RU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абсолют</a:t>
                      </a:r>
                      <a:r>
                        <a:rPr lang="ru-RU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недостижимо. Вместо этого мы предлагаем ввести в общественное обращение понятие "гендерная справедливость". </a:t>
                      </a:r>
                      <a:endParaRPr lang="ru-RU" b="1" i="0" dirty="0" smtClean="0">
                        <a:solidFill>
                          <a:sysClr val="windowText" lastClr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</a:tr>
              <a:tr h="394738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 smtClean="0">
                          <a:effectLst/>
                        </a:rPr>
                        <a:t>Гендерлік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әділеттілік</a:t>
                      </a:r>
                      <a:r>
                        <a:rPr lang="ru-RU" dirty="0" smtClean="0">
                          <a:effectLst/>
                        </a:rPr>
                        <a:t> – </a:t>
                      </a:r>
                      <a:r>
                        <a:rPr lang="ru-RU" dirty="0" err="1" smtClean="0">
                          <a:effectLst/>
                        </a:rPr>
                        <a:t>бүкіл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қоғамның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өркендеуі</a:t>
                      </a:r>
                      <a:r>
                        <a:rPr lang="ru-RU" dirty="0" smtClean="0">
                          <a:effectLst/>
                        </a:rPr>
                        <a:t> мен </a:t>
                      </a:r>
                      <a:r>
                        <a:rPr lang="ru-RU" dirty="0" err="1" smtClean="0">
                          <a:effectLst/>
                        </a:rPr>
                        <a:t>тұрақты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дамуының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негізі</a:t>
                      </a:r>
                      <a:r>
                        <a:rPr lang="ru-RU" dirty="0" smtClean="0">
                          <a:effectLst/>
                        </a:rPr>
                        <a:t>. </a:t>
                      </a:r>
                      <a:r>
                        <a:rPr lang="ru-RU" dirty="0" err="1" smtClean="0">
                          <a:effectLst/>
                        </a:rPr>
                        <a:t>Бұл</a:t>
                      </a:r>
                      <a:r>
                        <a:rPr lang="ru-RU" dirty="0" smtClean="0">
                          <a:effectLst/>
                        </a:rPr>
                        <a:t> – </a:t>
                      </a:r>
                      <a:r>
                        <a:rPr lang="ru-RU" dirty="0" err="1" smtClean="0">
                          <a:effectLst/>
                        </a:rPr>
                        <a:t>дені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сау</a:t>
                      </a:r>
                      <a:r>
                        <a:rPr lang="ru-RU" dirty="0" smtClean="0">
                          <a:effectLst/>
                        </a:rPr>
                        <a:t>, </a:t>
                      </a:r>
                      <a:r>
                        <a:rPr lang="ru-RU" dirty="0" err="1" smtClean="0">
                          <a:effectLst/>
                        </a:rPr>
                        <a:t>білімді</a:t>
                      </a:r>
                      <a:r>
                        <a:rPr lang="ru-RU" dirty="0" smtClean="0">
                          <a:effectLst/>
                        </a:rPr>
                        <a:t>, </a:t>
                      </a:r>
                      <a:r>
                        <a:rPr lang="ru-RU" dirty="0" err="1" smtClean="0">
                          <a:effectLst/>
                        </a:rPr>
                        <a:t>табысты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және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әділетті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қоғам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құрудың</a:t>
                      </a:r>
                      <a:r>
                        <a:rPr lang="ru-RU" dirty="0" smtClean="0">
                          <a:effectLst/>
                        </a:rPr>
                        <a:t> </a:t>
                      </a:r>
                      <a:r>
                        <a:rPr lang="ru-RU" dirty="0" err="1" smtClean="0">
                          <a:effectLst/>
                        </a:rPr>
                        <a:t>жолы</a:t>
                      </a:r>
                      <a:r>
                        <a:rPr lang="ru-RU" dirty="0" smtClean="0">
                          <a:effectLst/>
                        </a:rPr>
                        <a:t>.</a:t>
                      </a:r>
                      <a:endParaRPr lang="ru-RU" dirty="0" smtClean="0"/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effectLst/>
                        </a:rPr>
                        <a:t>Гендерная справедливость – это основа процветания и устойчивого развития всего общества. Это путь к построению здорового, образованного, успешного и справедливого социума.</a:t>
                      </a:r>
                      <a:endParaRPr lang="ru-RU" dirty="0" smtClean="0"/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80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DA5F6F-98AE-146E-54ED-CE85B955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0360" cy="274955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solidFill>
                  <a:srgbClr val="0D0D0D"/>
                </a:solidFill>
                <a:latin typeface="ui-sans-serif"/>
              </a:rPr>
              <a:t>Что </a:t>
            </a:r>
            <a:r>
              <a:rPr lang="ru-RU" sz="2400" b="1" dirty="0">
                <a:solidFill>
                  <a:srgbClr val="0D0D0D"/>
                </a:solidFill>
                <a:latin typeface="ui-sans-serif"/>
              </a:rPr>
              <a:t>я получу от проекта </a:t>
            </a:r>
            <a:r>
              <a:rPr lang="ru-RU" sz="2400" b="1" dirty="0" smtClean="0">
                <a:solidFill>
                  <a:srgbClr val="0D0D0D"/>
                </a:solidFill>
                <a:latin typeface="ui-sans-serif"/>
              </a:rPr>
              <a:t>«</a:t>
            </a:r>
            <a:r>
              <a:rPr lang="en-US" sz="2400" b="1" dirty="0" err="1" smtClean="0">
                <a:solidFill>
                  <a:srgbClr val="0D0D0D"/>
                </a:solidFill>
                <a:latin typeface="ui-sans-serif"/>
              </a:rPr>
              <a:t>Tamyr</a:t>
            </a:r>
            <a:r>
              <a:rPr lang="en-US" sz="2400" b="1" dirty="0" smtClean="0">
                <a:solidFill>
                  <a:srgbClr val="0D0D0D"/>
                </a:solidFill>
                <a:latin typeface="ui-sans-serif"/>
              </a:rPr>
              <a:t> </a:t>
            </a:r>
            <a:r>
              <a:rPr lang="en-US" sz="2400" b="1" dirty="0" err="1" smtClean="0">
                <a:solidFill>
                  <a:srgbClr val="0D0D0D"/>
                </a:solidFill>
                <a:latin typeface="ui-sans-serif"/>
              </a:rPr>
              <a:t>Shejire</a:t>
            </a:r>
            <a:r>
              <a:rPr lang="ru-RU" sz="2400" b="1" dirty="0" smtClean="0">
                <a:solidFill>
                  <a:srgbClr val="0D0D0D"/>
                </a:solidFill>
                <a:latin typeface="ui-sans-serif"/>
              </a:rPr>
              <a:t>» </a:t>
            </a:r>
            <a:r>
              <a:rPr lang="ru-RU" sz="2400" b="1" dirty="0" err="1">
                <a:solidFill>
                  <a:srgbClr val="0D0D0D"/>
                </a:solidFill>
                <a:latin typeface="ui-sans-serif"/>
              </a:rPr>
              <a:t>жобасынан</a:t>
            </a:r>
            <a:r>
              <a:rPr lang="ru-RU" sz="2400" b="1" dirty="0">
                <a:solidFill>
                  <a:srgbClr val="0D0D0D"/>
                </a:solidFill>
                <a:latin typeface="ui-sans-serif"/>
              </a:rPr>
              <a:t> не </a:t>
            </a:r>
            <a:r>
              <a:rPr lang="ru-RU" sz="2400" b="1" dirty="0" err="1">
                <a:solidFill>
                  <a:srgbClr val="0D0D0D"/>
                </a:solidFill>
                <a:latin typeface="ui-sans-serif"/>
              </a:rPr>
              <a:t>аламын</a:t>
            </a:r>
            <a:r>
              <a:rPr lang="ru-RU" sz="2400" b="1" dirty="0" smtClean="0">
                <a:solidFill>
                  <a:srgbClr val="0D0D0D"/>
                </a:solidFill>
                <a:latin typeface="ui-sans-serif"/>
              </a:rPr>
              <a:t>?</a:t>
            </a:r>
            <a:r>
              <a:rPr lang="ru-RU" sz="2400" b="1" dirty="0">
                <a:solidFill>
                  <a:srgbClr val="0D0D0D"/>
                </a:solidFill>
                <a:latin typeface="ui-sans-serif"/>
              </a:rPr>
              <a:t/>
            </a:r>
            <a:br>
              <a:rPr lang="ru-RU" sz="2400" b="1" dirty="0">
                <a:solidFill>
                  <a:srgbClr val="0D0D0D"/>
                </a:solidFill>
                <a:latin typeface="ui-sans-serif"/>
              </a:rPr>
            </a:b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xmlns="" id="{771C7485-AC85-CE9C-B2C5-4583096A71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925203"/>
              </p:ext>
            </p:extLst>
          </p:nvPr>
        </p:nvGraphicFramePr>
        <p:xfrm>
          <a:off x="179110" y="562465"/>
          <a:ext cx="11547835" cy="6079026"/>
        </p:xfrm>
        <a:graphic>
          <a:graphicData uri="http://schemas.openxmlformats.org/drawingml/2006/table">
            <a:tbl>
              <a:tblPr firstRow="1" firstCol="1" bandRow="1">
                <a:tableStyleId>{284E427A-3D55-4303-BF80-6455036E1DE7}</a:tableStyleId>
              </a:tblPr>
              <a:tblGrid>
                <a:gridCol w="5477805">
                  <a:extLst>
                    <a:ext uri="{9D8B030D-6E8A-4147-A177-3AD203B41FA5}">
                      <a16:colId xmlns:a16="http://schemas.microsoft.com/office/drawing/2014/main" xmlns="" val="570948892"/>
                    </a:ext>
                  </a:extLst>
                </a:gridCol>
                <a:gridCol w="309205">
                  <a:extLst>
                    <a:ext uri="{9D8B030D-6E8A-4147-A177-3AD203B41FA5}">
                      <a16:colId xmlns:a16="http://schemas.microsoft.com/office/drawing/2014/main" xmlns="" val="801857823"/>
                    </a:ext>
                  </a:extLst>
                </a:gridCol>
                <a:gridCol w="5760825">
                  <a:extLst>
                    <a:ext uri="{9D8B030D-6E8A-4147-A177-3AD203B41FA5}">
                      <a16:colId xmlns:a16="http://schemas.microsoft.com/office/drawing/2014/main" xmlns="" val="2089418267"/>
                    </a:ext>
                  </a:extLst>
                </a:gridCol>
              </a:tblGrid>
              <a:tr h="540459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Личную цифровую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шежире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визуальное родовое дерево вашей семьи.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1 </a:t>
                      </a:r>
                      <a:endParaRPr lang="ru-RU" sz="1400" b="1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Жеке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цифрлық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шежіре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отбасыңыздың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визуалды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ру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ағашы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2187335468"/>
                  </a:ext>
                </a:extLst>
              </a:tr>
              <a:tr h="387625">
                <a:tc>
                  <a:txBody>
                    <a:bodyPr/>
                    <a:lstStyle/>
                    <a:p>
                      <a:pPr algn="l">
                        <a:buFont typeface="+mj-lt"/>
                        <a:buNone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Память о предках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сохранение имён, образов и семейных историй.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2 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Ата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-баба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мұрасын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сақтау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есімдер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бейнелер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отбасылық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естеліктер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3195458646"/>
                  </a:ext>
                </a:extLst>
              </a:tr>
              <a:tr h="414735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Доступ к семейным архивам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аудио-, видео-, фото- и текстовые материалы.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3 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Отбасылық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архивке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қол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жеткізу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аудио, видео, фото,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мәтін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материалдары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981321838"/>
                  </a:ext>
                </a:extLst>
              </a:tr>
              <a:tr h="405564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Укрепление идентичности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понимание своих корней, фамилии, рода.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4 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algn="l">
                        <a:buFont typeface="+mj-lt"/>
                        <a:buNone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Тұлғалық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сәйкестікті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нығайту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тегіңізді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руыңызды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тану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3945632756"/>
                  </a:ext>
                </a:extLst>
              </a:tr>
              <a:tr h="540459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Нравственное и духовное развитие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уважение к предкам, сохранение традиций.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5 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Рухани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және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адамгершілік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даму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ата-бабаға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құрмет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салт-дәстүрді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сақтау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2228775922"/>
                  </a:ext>
                </a:extLst>
              </a:tr>
              <a:tr h="516479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Генетическая осведомлённость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профилактика наследственных заболеваний.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6 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Генетикалық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сауаттылық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тұқым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қуалайтын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аурулардың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алдын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алу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453100001"/>
                  </a:ext>
                </a:extLst>
              </a:tr>
              <a:tr h="405564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Участие в культурных событиях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асар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, экспедиции, конференции.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7 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Мәдени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шараларға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қатысу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асар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, экспедиция,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конференциялар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3723843243"/>
                  </a:ext>
                </a:extLst>
              </a:tr>
              <a:tr h="456855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Интеграция в сообщество рода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цифровое братство и поддержка.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8 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Рулық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қауымдастықпен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бірігу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цифрлық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бауырластық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1146611614"/>
                  </a:ext>
                </a:extLst>
              </a:tr>
              <a:tr h="357300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Наследуемая ценность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база передаётся детям и внукам.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9 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Мұрагерлікке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қалатын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құндылық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келер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ұрпаққа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тапсыру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1447085255"/>
                  </a:ext>
                </a:extLst>
              </a:tr>
              <a:tr h="540459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NFT-книга «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Оқыдың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ба?!»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цифровой ежедневник со скриптами для жизни.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10 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«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Оқыдың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ба?!» </a:t>
                      </a:r>
                      <a:r>
                        <a:rPr lang="en-US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NFT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күнделігі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өмірлік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сценарийлермен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жабдықталған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2972109095"/>
                  </a:ext>
                </a:extLst>
              </a:tr>
              <a:tr h="414735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Уникальный QR-код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ссылка на персональное генеалогическое древо.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kern="100" dirty="0">
                          <a:effectLst/>
                          <a:latin typeface="+mn-lt"/>
                        </a:rPr>
                        <a:t>11 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Жеке </a:t>
                      </a:r>
                      <a:r>
                        <a:rPr lang="en-US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QR-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код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шежіреңізге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сілтеме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extLst>
                  <a:ext uri="{0D108BD9-81ED-4DB2-BD59-A6C34878D82A}">
                    <a16:rowId xmlns:a16="http://schemas.microsoft.com/office/drawing/2014/main" xmlns="" val="3267280303"/>
                  </a:ext>
                </a:extLst>
              </a:tr>
              <a:tr h="414735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Хронометрические и топографические знания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кто когда жил, где похоронен.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kk-KZ" sz="1400" b="1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Хронологиялық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және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топографиялық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деректер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ата-бабалар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қашан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өмір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сүрді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қайда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жерленген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</a:tr>
              <a:tr h="414735">
                <a:tc>
                  <a:txBody>
                    <a:bodyPr/>
                    <a:lstStyle/>
                    <a:p>
                      <a:pPr marL="22860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Мультиэтническая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интеграция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идентификация других этносов, живущих в Казахстане, через общее культурное пространство.</a:t>
                      </a: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  <a:tabLst>
                          <a:tab pos="457200" algn="l"/>
                        </a:tabLst>
                      </a:pPr>
                      <a:r>
                        <a:rPr lang="kk-KZ" sz="1400" b="1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Этностарды</a:t>
                      </a:r>
                      <a:r>
                        <a:rPr lang="ru-RU" sz="1400" b="1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тану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 —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Қазақстанда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тұратын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өзге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этностардың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мәдени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байланысын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i="0" dirty="0" err="1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анықтау</a:t>
                      </a:r>
                      <a:r>
                        <a:rPr lang="ru-RU" sz="1400" b="0" i="0" dirty="0" smtClean="0">
                          <a:solidFill>
                            <a:srgbClr val="0D0D0D"/>
                          </a:solidFill>
                          <a:effectLst/>
                          <a:latin typeface="+mn-lt"/>
                        </a:rPr>
                        <a:t>.</a:t>
                      </a:r>
                      <a:endParaRPr lang="ru-RU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347" marR="51347" marT="0" marB="0"/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61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022539"/>
              </p:ext>
            </p:extLst>
          </p:nvPr>
        </p:nvGraphicFramePr>
        <p:xfrm>
          <a:off x="325848" y="115560"/>
          <a:ext cx="11457542" cy="61745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28771"/>
                <a:gridCol w="5728771"/>
              </a:tblGrid>
              <a:tr h="1102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 smtClean="0">
                          <a:solidFill>
                            <a:sysClr val="windowText" lastClr="000000"/>
                          </a:solidFill>
                        </a:rPr>
                        <a:t>«</a:t>
                      </a:r>
                      <a:r>
                        <a:rPr lang="en-US" sz="1600" dirty="0" err="1" smtClean="0">
                          <a:solidFill>
                            <a:sysClr val="windowText" lastClr="000000"/>
                          </a:solidFill>
                        </a:rPr>
                        <a:t>Tamyr</a:t>
                      </a:r>
                      <a:r>
                        <a:rPr lang="en-US" sz="16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ysClr val="windowText" lastClr="000000"/>
                          </a:solidFill>
                        </a:rPr>
                        <a:t>Shejire</a:t>
                      </a:r>
                      <a:r>
                        <a:rPr lang="ru-RU" sz="1600" dirty="0" smtClean="0">
                          <a:solidFill>
                            <a:sysClr val="windowText" lastClr="000000"/>
                          </a:solidFill>
                        </a:rPr>
                        <a:t>»</a:t>
                      </a:r>
                      <a:r>
                        <a:rPr lang="ru-RU" sz="1600" spc="-5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85" dirty="0" err="1" smtClean="0">
                          <a:solidFill>
                            <a:sysClr val="windowText" lastClr="000000"/>
                          </a:solidFill>
                        </a:rPr>
                        <a:t>жобасының</a:t>
                      </a:r>
                      <a:r>
                        <a:rPr lang="ru-RU" sz="1600" spc="-5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85" dirty="0" err="1" smtClean="0">
                          <a:solidFill>
                            <a:sysClr val="windowText" lastClr="000000"/>
                          </a:solidFill>
                        </a:rPr>
                        <a:t>мақсаты</a:t>
                      </a:r>
                      <a:r>
                        <a:rPr lang="ru-RU" sz="1600" spc="85" dirty="0" smtClean="0">
                          <a:solidFill>
                            <a:sysClr val="windowText" lastClr="000000"/>
                          </a:solidFill>
                        </a:rPr>
                        <a:t>:</a:t>
                      </a:r>
                      <a:r>
                        <a:rPr lang="ru-RU" sz="1600" spc="-5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90" dirty="0" err="1" smtClean="0">
                          <a:solidFill>
                            <a:sysClr val="windowText" lastClr="000000"/>
                          </a:solidFill>
                        </a:rPr>
                        <a:t>гендірлік</a:t>
                      </a:r>
                      <a:r>
                        <a:rPr lang="ru-RU" sz="1600" spc="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20" dirty="0" err="1" smtClean="0">
                          <a:solidFill>
                            <a:sysClr val="windowText" lastClr="000000"/>
                          </a:solidFill>
                        </a:rPr>
                        <a:t>теңсіздіктің</a:t>
                      </a:r>
                      <a:r>
                        <a:rPr lang="ru-RU" sz="1600" spc="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50" dirty="0" err="1" smtClean="0">
                          <a:solidFill>
                            <a:sysClr val="windowText" lastClr="000000"/>
                          </a:solidFill>
                        </a:rPr>
                        <a:t>алдын</a:t>
                      </a:r>
                      <a:r>
                        <a:rPr lang="ru-RU" sz="160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dirty="0" err="1" smtClean="0">
                          <a:solidFill>
                            <a:sysClr val="windowText" lastClr="000000"/>
                          </a:solidFill>
                        </a:rPr>
                        <a:t>алу</a:t>
                      </a:r>
                      <a:r>
                        <a:rPr lang="ru-RU" sz="1600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ru-RU" sz="1600" spc="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90" dirty="0" err="1" smtClean="0">
                          <a:solidFill>
                            <a:sysClr val="windowText" lastClr="000000"/>
                          </a:solidFill>
                        </a:rPr>
                        <a:t>әйел</a:t>
                      </a:r>
                      <a:r>
                        <a:rPr lang="ru-RU" sz="1600" spc="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80" dirty="0" err="1" smtClean="0">
                          <a:solidFill>
                            <a:sysClr val="windowText" lastClr="000000"/>
                          </a:solidFill>
                        </a:rPr>
                        <a:t>затын</a:t>
                      </a:r>
                      <a:r>
                        <a:rPr lang="ru-RU" sz="1600" spc="8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14" dirty="0" err="1" smtClean="0">
                          <a:solidFill>
                            <a:sysClr val="windowText" lastClr="000000"/>
                          </a:solidFill>
                        </a:rPr>
                        <a:t>шежіреге</a:t>
                      </a:r>
                      <a:r>
                        <a:rPr lang="ru-RU" sz="1600" spc="114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14" dirty="0" err="1" smtClean="0">
                          <a:solidFill>
                            <a:sysClr val="windowText" lastClr="000000"/>
                          </a:solidFill>
                        </a:rPr>
                        <a:t>енгізу</a:t>
                      </a:r>
                      <a:r>
                        <a:rPr lang="ru-RU" sz="1600" spc="-3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60" dirty="0" err="1" smtClean="0">
                          <a:solidFill>
                            <a:sysClr val="windowText" lastClr="000000"/>
                          </a:solidFill>
                        </a:rPr>
                        <a:t>және</a:t>
                      </a:r>
                      <a:r>
                        <a:rPr lang="ru-RU" sz="1600" spc="-2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90" dirty="0" err="1" smtClean="0">
                          <a:solidFill>
                            <a:sysClr val="windowText" lastClr="000000"/>
                          </a:solidFill>
                        </a:rPr>
                        <a:t>басқа</a:t>
                      </a:r>
                      <a:r>
                        <a:rPr lang="ru-RU" sz="1600" spc="-2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55" dirty="0" err="1" smtClean="0">
                          <a:solidFill>
                            <a:sysClr val="windowText" lastClr="000000"/>
                          </a:solidFill>
                        </a:rPr>
                        <a:t>ұлт</a:t>
                      </a:r>
                      <a:r>
                        <a:rPr lang="ru-RU" sz="1600" spc="-2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95" dirty="0" err="1" smtClean="0">
                          <a:solidFill>
                            <a:sysClr val="windowText" lastClr="000000"/>
                          </a:solidFill>
                        </a:rPr>
                        <a:t>өкілдерінің</a:t>
                      </a:r>
                      <a:r>
                        <a:rPr lang="ru-RU" sz="1600" spc="-2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10" dirty="0" err="1" smtClean="0">
                          <a:solidFill>
                            <a:sysClr val="windowText" lastClr="000000"/>
                          </a:solidFill>
                        </a:rPr>
                        <a:t>шежіресін</a:t>
                      </a:r>
                      <a:r>
                        <a:rPr lang="ru-RU" sz="1600" spc="-2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05" dirty="0" err="1" smtClean="0">
                          <a:solidFill>
                            <a:sysClr val="windowText" lastClr="000000"/>
                          </a:solidFill>
                        </a:rPr>
                        <a:t>жасау</a:t>
                      </a:r>
                      <a:r>
                        <a:rPr lang="ru-RU" sz="1600" spc="10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05" dirty="0" err="1" smtClean="0">
                          <a:solidFill>
                            <a:sysClr val="windowText" lastClr="000000"/>
                          </a:solidFill>
                        </a:rPr>
                        <a:t>арқылы</a:t>
                      </a:r>
                      <a:r>
                        <a:rPr lang="ru-RU" sz="1600" spc="10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05" dirty="0" err="1" smtClean="0">
                          <a:solidFill>
                            <a:sysClr val="windowText" lastClr="000000"/>
                          </a:solidFill>
                        </a:rPr>
                        <a:t>ұлт</a:t>
                      </a:r>
                      <a:r>
                        <a:rPr lang="ru-RU" sz="1600" spc="10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05" dirty="0" err="1" smtClean="0">
                          <a:solidFill>
                            <a:sysClr val="windowText" lastClr="000000"/>
                          </a:solidFill>
                        </a:rPr>
                        <a:t>бірегейлігін</a:t>
                      </a:r>
                      <a:r>
                        <a:rPr lang="ru-RU" sz="1600" spc="105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ru-RU" sz="1600" spc="105" dirty="0" err="1" smtClean="0">
                          <a:solidFill>
                            <a:sysClr val="windowText" lastClr="000000"/>
                          </a:solidFill>
                        </a:rPr>
                        <a:t>қалыптастыру</a:t>
                      </a:r>
                      <a:r>
                        <a:rPr lang="ru-RU" sz="1600" spc="35" dirty="0" smtClean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ru-RU" sz="1600" dirty="0" smtClean="0">
                        <a:solidFill>
                          <a:sysClr val="windowText" lastClr="000000"/>
                        </a:solidFill>
                        <a:latin typeface="+mn-lt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Цель проекта «</a:t>
                      </a:r>
                      <a:r>
                        <a:rPr lang="en-US" sz="16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Tamyr</a:t>
                      </a:r>
                      <a:r>
                        <a:rPr lang="en-US" sz="16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Shejire</a:t>
                      </a:r>
                      <a:r>
                        <a:rPr lang="ru-RU" sz="16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» — профилактика гендерного неравенства, включение женщин в </a:t>
                      </a:r>
                      <a:r>
                        <a:rPr lang="ru-RU" sz="1600" dirty="0" err="1" smtClean="0">
                          <a:solidFill>
                            <a:sysClr val="windowText" lastClr="000000"/>
                          </a:solidFill>
                          <a:effectLst/>
                        </a:rPr>
                        <a:t>шежире</a:t>
                      </a:r>
                      <a:r>
                        <a:rPr lang="ru-RU" sz="1600" dirty="0" smtClean="0">
                          <a:solidFill>
                            <a:sysClr val="windowText" lastClr="000000"/>
                          </a:solidFill>
                          <a:effectLst/>
                        </a:rPr>
                        <a:t> и формирование национальной идентичности через создание родословных представителей различных этносов.</a:t>
                      </a:r>
                      <a:endParaRPr lang="ru-RU" sz="1600" b="0" i="0" dirty="0" smtClean="0">
                        <a:solidFill>
                          <a:sysClr val="windowText" lastClr="000000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2542216">
                <a:tc>
                  <a:txBody>
                    <a:bodyPr/>
                    <a:lstStyle/>
                    <a:p>
                      <a:r>
                        <a:rPr lang="ru-RU" sz="1600" dirty="0" err="1" smtClean="0"/>
                        <a:t>Көнені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есте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сақтау</a:t>
                      </a:r>
                      <a:r>
                        <a:rPr lang="ru-RU" sz="1600" dirty="0" smtClean="0"/>
                        <a:t> — </a:t>
                      </a:r>
                      <a:r>
                        <a:rPr lang="ru-RU" sz="1600" dirty="0" err="1" smtClean="0"/>
                        <a:t>тарихты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құрметтеудің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бастауы</a:t>
                      </a:r>
                      <a:r>
                        <a:rPr lang="ru-RU" sz="1600" dirty="0" smtClean="0"/>
                        <a:t>. </a:t>
                      </a:r>
                      <a:r>
                        <a:rPr lang="ru-RU" sz="1600" dirty="0" err="1" smtClean="0"/>
                        <a:t>Қазақ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ұғымында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өткенді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ұмытпау</a:t>
                      </a:r>
                      <a:r>
                        <a:rPr lang="ru-RU" sz="1600" dirty="0" smtClean="0"/>
                        <a:t> – тек </a:t>
                      </a:r>
                      <a:r>
                        <a:rPr lang="ru-RU" sz="1600" dirty="0" err="1" smtClean="0"/>
                        <a:t>еске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алып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қана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қою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емес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шежіре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арқылы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ұрпақ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санасына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сіңіру</a:t>
                      </a:r>
                      <a:r>
                        <a:rPr lang="ru-RU" sz="1600" dirty="0" smtClean="0"/>
                        <a:t>. </a:t>
                      </a:r>
                      <a:r>
                        <a:rPr lang="ru-RU" sz="1600" dirty="0" err="1" smtClean="0"/>
                        <a:t>Шежіреде</a:t>
                      </a:r>
                      <a:r>
                        <a:rPr lang="ru-RU" sz="1600" dirty="0" smtClean="0"/>
                        <a:t> ер-</a:t>
                      </a:r>
                      <a:r>
                        <a:rPr lang="ru-RU" sz="1600" dirty="0" err="1" smtClean="0"/>
                        <a:t>азаматтармен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қатар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аналар</a:t>
                      </a:r>
                      <a:r>
                        <a:rPr lang="ru-RU" sz="1600" dirty="0" smtClean="0"/>
                        <a:t> мен </a:t>
                      </a:r>
                      <a:r>
                        <a:rPr lang="ru-RU" sz="1600" dirty="0" err="1" smtClean="0"/>
                        <a:t>қыз-келіншектердің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есімдері</a:t>
                      </a:r>
                      <a:r>
                        <a:rPr lang="ru-RU" sz="1600" dirty="0" smtClean="0"/>
                        <a:t> де </a:t>
                      </a:r>
                      <a:r>
                        <a:rPr lang="ru-RU" sz="1600" dirty="0" err="1" smtClean="0"/>
                        <a:t>мәңгілікке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хатталады</a:t>
                      </a:r>
                      <a:r>
                        <a:rPr lang="ru-RU" sz="1600" dirty="0" smtClean="0"/>
                        <a:t>. </a:t>
                      </a:r>
                      <a:r>
                        <a:rPr lang="ru-RU" sz="1600" dirty="0" err="1" smtClean="0"/>
                        <a:t>Мысалы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Қызбике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Нұрбике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Айбике</a:t>
                      </a:r>
                      <a:r>
                        <a:rPr lang="ru-RU" sz="1600" dirty="0" smtClean="0"/>
                        <a:t>, Алтын, </a:t>
                      </a:r>
                      <a:r>
                        <a:rPr lang="ru-RU" sz="1600" dirty="0" err="1" smtClean="0"/>
                        <a:t>Татыран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Болпанай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Көкен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Тоқбике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Шабдар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Абақ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Қызай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Мұрын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ана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Қарақабат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ана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секілді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есімдер</a:t>
                      </a:r>
                      <a:r>
                        <a:rPr lang="ru-RU" sz="1600" dirty="0" smtClean="0"/>
                        <a:t> тек </a:t>
                      </a:r>
                      <a:r>
                        <a:rPr lang="ru-RU" sz="1600" dirty="0" err="1" smtClean="0"/>
                        <a:t>тарихи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ғана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емес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рухани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мұраны</a:t>
                      </a:r>
                      <a:r>
                        <a:rPr lang="ru-RU" sz="1600" dirty="0" smtClean="0"/>
                        <a:t> да </a:t>
                      </a:r>
                      <a:r>
                        <a:rPr lang="ru-RU" sz="1600" dirty="0" err="1" smtClean="0"/>
                        <a:t>білдіреді</a:t>
                      </a:r>
                      <a:r>
                        <a:rPr lang="ru-RU" sz="1600" dirty="0" smtClean="0"/>
                        <a:t>. </a:t>
                      </a:r>
                      <a:r>
                        <a:rPr lang="ru-RU" sz="1600" dirty="0" err="1" smtClean="0"/>
                        <a:t>Бұл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есімдер</a:t>
                      </a:r>
                      <a:r>
                        <a:rPr lang="ru-RU" sz="1600" dirty="0" smtClean="0"/>
                        <a:t> – </a:t>
                      </a:r>
                      <a:r>
                        <a:rPr lang="ru-RU" sz="1600" dirty="0" err="1" smtClean="0"/>
                        <a:t>ұлттың</a:t>
                      </a:r>
                      <a:r>
                        <a:rPr lang="ru-RU" sz="1600" dirty="0" smtClean="0"/>
                        <a:t> ар-</a:t>
                      </a:r>
                      <a:r>
                        <a:rPr lang="ru-RU" sz="1600" dirty="0" err="1" smtClean="0"/>
                        <a:t>ожданы</a:t>
                      </a:r>
                      <a:r>
                        <a:rPr lang="ru-RU" sz="1600" dirty="0" smtClean="0"/>
                        <a:t> мен </a:t>
                      </a:r>
                      <a:r>
                        <a:rPr lang="ru-RU" sz="1600" dirty="0" err="1" smtClean="0"/>
                        <a:t>ізгіліктің</a:t>
                      </a:r>
                      <a:r>
                        <a:rPr lang="ru-RU" sz="1600" dirty="0" smtClean="0"/>
                        <a:t> символы.</a:t>
                      </a:r>
                      <a:endParaRPr lang="ru-RU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effectLst/>
                        </a:rPr>
                        <a:t>Сохранение прошлого — начало уважения к истории. В казахском мировоззрении помнить прошлое — значит не просто вспоминать, а передавать его потомкам через </a:t>
                      </a:r>
                      <a:r>
                        <a:rPr lang="ru-RU" sz="1600" dirty="0" err="1" smtClean="0">
                          <a:effectLst/>
                        </a:rPr>
                        <a:t>шежире</a:t>
                      </a:r>
                      <a:r>
                        <a:rPr lang="ru-RU" sz="1600" dirty="0" smtClean="0">
                          <a:effectLst/>
                        </a:rPr>
                        <a:t>. В родословных рядом с именами мужчин навечно вписаны и женские имена: </a:t>
                      </a:r>
                      <a:r>
                        <a:rPr lang="ru-RU" sz="1600" dirty="0" err="1" smtClean="0">
                          <a:effectLst/>
                        </a:rPr>
                        <a:t>Кызбике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Нурбике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Айбике</a:t>
                      </a:r>
                      <a:r>
                        <a:rPr lang="ru-RU" sz="1600" dirty="0" smtClean="0">
                          <a:effectLst/>
                        </a:rPr>
                        <a:t>, Алтын, </a:t>
                      </a:r>
                      <a:r>
                        <a:rPr lang="ru-RU" sz="1600" dirty="0" err="1" smtClean="0">
                          <a:effectLst/>
                        </a:rPr>
                        <a:t>Татыран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Болпанай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Көкен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Токбике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Шабдар</a:t>
                      </a:r>
                      <a:r>
                        <a:rPr lang="ru-RU" sz="1600" dirty="0" smtClean="0">
                          <a:effectLst/>
                        </a:rPr>
                        <a:t>, Абак, </a:t>
                      </a:r>
                      <a:r>
                        <a:rPr lang="ru-RU" sz="1600" dirty="0" err="1" smtClean="0">
                          <a:effectLst/>
                        </a:rPr>
                        <a:t>Кызай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Мурын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ана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Каракабат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r>
                        <a:rPr lang="ru-RU" sz="1600" dirty="0" err="1" smtClean="0">
                          <a:effectLst/>
                        </a:rPr>
                        <a:t>ана</a:t>
                      </a:r>
                      <a:r>
                        <a:rPr lang="ru-RU" sz="1600" dirty="0" smtClean="0">
                          <a:effectLst/>
                        </a:rPr>
                        <a:t> и др. Эти имена являются не только частью исторического, но и духовного наследия. Они — символ чести и добродетели нации.</a:t>
                      </a:r>
                    </a:p>
                    <a:p>
                      <a:endParaRPr lang="ru-RU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315389">
                <a:tc>
                  <a:txBody>
                    <a:bodyPr/>
                    <a:lstStyle/>
                    <a:p>
                      <a:pPr marL="12700" marR="53975" indent="-635">
                        <a:lnSpc>
                          <a:spcPct val="114599"/>
                        </a:lnSpc>
                        <a:spcBef>
                          <a:spcPts val="5"/>
                        </a:spcBef>
                        <a:buSzPct val="95833"/>
                        <a:tabLst>
                          <a:tab pos="126364" algn="l"/>
                        </a:tabLst>
                      </a:pPr>
                      <a:r>
                        <a:rPr lang="ru-RU" sz="1600" dirty="0" err="1" smtClean="0"/>
                        <a:t>Қазақ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шежіресінде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төре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төлеңгіт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қожа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сунақ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қырғыз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ноғай-қазақ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маңғыт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көлеген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кенегес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қият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сынды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кірме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ру-қауымдастықтардың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реті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қалыптасқан</a:t>
                      </a:r>
                      <a:r>
                        <a:rPr lang="ru-RU" sz="1600" dirty="0" smtClean="0"/>
                        <a:t>. </a:t>
                      </a:r>
                      <a:r>
                        <a:rPr lang="ru-RU" sz="1600" dirty="0" err="1" smtClean="0"/>
                        <a:t>Бүгінгі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Қазақстан</a:t>
                      </a:r>
                      <a:r>
                        <a:rPr lang="ru-RU" sz="1600" dirty="0" smtClean="0"/>
                        <a:t> – </a:t>
                      </a:r>
                      <a:r>
                        <a:rPr lang="ru-RU" sz="1600" dirty="0" err="1" smtClean="0"/>
                        <a:t>көпұлтты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мемлекет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екені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белгілі</a:t>
                      </a:r>
                      <a:r>
                        <a:rPr lang="ru-RU" sz="1600" dirty="0" smtClean="0"/>
                        <a:t>. </a:t>
                      </a:r>
                      <a:r>
                        <a:rPr lang="ru-RU" sz="1600" dirty="0" err="1" smtClean="0"/>
                        <a:t>Бірегей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дүниетанымдық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мәдениет</a:t>
                      </a:r>
                      <a:r>
                        <a:rPr lang="ru-RU" sz="1600" dirty="0" smtClean="0"/>
                        <a:t> пен </a:t>
                      </a:r>
                      <a:r>
                        <a:rPr lang="ru-RU" sz="1600" dirty="0" err="1" smtClean="0"/>
                        <a:t>қоғамдық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тұтастықты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қалыптастыру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үшін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орыс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неміс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украин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dirty="0" err="1" smtClean="0"/>
                        <a:t>кәріс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және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өзге</a:t>
                      </a:r>
                      <a:r>
                        <a:rPr lang="ru-RU" sz="1600" dirty="0" smtClean="0"/>
                        <a:t> де </a:t>
                      </a:r>
                      <a:r>
                        <a:rPr lang="ru-RU" sz="1600" dirty="0" err="1" smtClean="0"/>
                        <a:t>этностардың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шежіресін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қалыптастыру</a:t>
                      </a:r>
                      <a:r>
                        <a:rPr lang="ru-RU" sz="1600" dirty="0" smtClean="0"/>
                        <a:t> – </a:t>
                      </a:r>
                      <a:r>
                        <a:rPr lang="ru-RU" sz="1600" dirty="0" err="1" smtClean="0"/>
                        <a:t>әділеттілік</a:t>
                      </a:r>
                      <a:r>
                        <a:rPr lang="ru-RU" sz="1600" dirty="0" smtClean="0"/>
                        <a:t> пен </a:t>
                      </a:r>
                      <a:r>
                        <a:rPr lang="ru-RU" sz="1600" dirty="0" err="1" smtClean="0"/>
                        <a:t>азаматтық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теңдіктің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жарқын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көрінісі</a:t>
                      </a:r>
                      <a:r>
                        <a:rPr lang="ru-RU" sz="1600" dirty="0" smtClean="0"/>
                        <a:t>.</a:t>
                      </a:r>
                      <a:endParaRPr lang="ru-RU" sz="1600" dirty="0" smtClean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 smtClean="0">
                          <a:effectLst/>
                        </a:rPr>
                        <a:t>В казахской </a:t>
                      </a:r>
                      <a:r>
                        <a:rPr lang="ru-RU" sz="1600" dirty="0" err="1" smtClean="0">
                          <a:effectLst/>
                        </a:rPr>
                        <a:t>шежире</a:t>
                      </a:r>
                      <a:r>
                        <a:rPr lang="ru-RU" sz="1600" dirty="0" smtClean="0">
                          <a:effectLst/>
                        </a:rPr>
                        <a:t> чётко обозначен ряд «внешних» родов: </a:t>
                      </a:r>
                      <a:r>
                        <a:rPr lang="ru-RU" sz="1600" dirty="0" err="1" smtClean="0">
                          <a:effectLst/>
                        </a:rPr>
                        <a:t>төре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төлеңгіт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қожа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сунақ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қырғыз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ноғай-қазақ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маңғыт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көлеген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кенегес</a:t>
                      </a:r>
                      <a:r>
                        <a:rPr lang="ru-RU" sz="1600" dirty="0" smtClean="0">
                          <a:effectLst/>
                        </a:rPr>
                        <a:t>, </a:t>
                      </a:r>
                      <a:r>
                        <a:rPr lang="ru-RU" sz="1600" dirty="0" err="1" smtClean="0">
                          <a:effectLst/>
                        </a:rPr>
                        <a:t>қият</a:t>
                      </a:r>
                      <a:r>
                        <a:rPr lang="ru-RU" sz="1600" dirty="0" smtClean="0">
                          <a:effectLst/>
                        </a:rPr>
                        <a:t>. Сегодня Казахстан — многонациональное государство. Применение практики  </a:t>
                      </a:r>
                      <a:r>
                        <a:rPr lang="ru-RU" sz="1600" dirty="0" err="1" smtClean="0">
                          <a:effectLst/>
                        </a:rPr>
                        <a:t>шежире</a:t>
                      </a:r>
                      <a:r>
                        <a:rPr lang="ru-RU" sz="1600" dirty="0" smtClean="0">
                          <a:effectLst/>
                        </a:rPr>
                        <a:t> для  русских, немцев, украинцев, корейцев и других этносов — важный шаг к формированию единой мировоззренческой культуры и общественного единства. Это проявление справедливости и гражданского равенства.</a:t>
                      </a:r>
                    </a:p>
                    <a:p>
                      <a:endParaRPr lang="ru-RU" sz="1600" dirty="0" smtClean="0"/>
                    </a:p>
                    <a:p>
                      <a:endParaRPr lang="ru-RU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96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0473"/>
              </p:ext>
            </p:extLst>
          </p:nvPr>
        </p:nvGraphicFramePr>
        <p:xfrm>
          <a:off x="75418" y="75081"/>
          <a:ext cx="11792927" cy="67665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9679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  <a:gridCol w="553488"/>
              </a:tblGrid>
              <a:tr h="217565">
                <a:tc gridSpan="2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kern="100" dirty="0" err="1">
                          <a:effectLst/>
                        </a:rPr>
                        <a:t>Жеті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Ата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ұрпақ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алмасуы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мерізімі</a:t>
                      </a:r>
                      <a:r>
                        <a:rPr lang="ru-RU" sz="1200" kern="100" dirty="0">
                          <a:effectLst/>
                        </a:rPr>
                        <a:t> 30 </a:t>
                      </a:r>
                      <a:r>
                        <a:rPr lang="ru-RU" sz="1200" kern="100" dirty="0" err="1">
                          <a:effectLst/>
                        </a:rPr>
                        <a:t>жыл</a:t>
                      </a:r>
                      <a:r>
                        <a:rPr lang="ru-RU" sz="1200" kern="100" dirty="0">
                          <a:effectLst/>
                        </a:rPr>
                        <a:t>. </a:t>
                      </a:r>
                      <a:r>
                        <a:rPr lang="ru-RU" sz="1200" kern="100" dirty="0" err="1">
                          <a:effectLst/>
                        </a:rPr>
                        <a:t>Бастапқы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буында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әкенің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балаға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беретін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хромосомадағы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үлесі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1200" kern="100" dirty="0">
                          <a:effectLst/>
                        </a:rPr>
                        <a:t> , </a:t>
                      </a:r>
                      <a:r>
                        <a:rPr lang="ru-RU" sz="1200" kern="100" dirty="0" err="1">
                          <a:effectLst/>
                        </a:rPr>
                        <a:t>шешенікі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r>
                        <a:rPr lang="ru-RU" sz="1200" kern="100" dirty="0">
                          <a:effectLst/>
                        </a:rPr>
                        <a:t> , </a:t>
                      </a:r>
                      <a:r>
                        <a:rPr lang="ru-RU" sz="1200" kern="100" dirty="0" err="1">
                          <a:effectLst/>
                        </a:rPr>
                        <a:t>оның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үш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жұрттағы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әр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буындағы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ұрпақ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алмасу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барысындағы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өзгеру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мөлшері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058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000" b="1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kern="100" dirty="0" err="1">
                          <a:effectLst/>
                        </a:rPr>
                        <a:t>Нағашы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жұрты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шешемен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бір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ата-анадан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бірге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туған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қыз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 smtClean="0">
                          <a:effectLst/>
                        </a:rPr>
                        <a:t>алыспайтын</a:t>
                      </a:r>
                      <a:r>
                        <a:rPr lang="ru-RU" sz="1200" kern="100" dirty="0" smtClean="0">
                          <a:effectLst/>
                        </a:rPr>
                        <a:t>, </a:t>
                      </a:r>
                      <a:r>
                        <a:rPr lang="ru-RU" sz="1200" kern="100" dirty="0" err="1" smtClean="0">
                          <a:effectLst/>
                        </a:rPr>
                        <a:t>бауыр</a:t>
                      </a:r>
                      <a:r>
                        <a:rPr lang="ru-RU" sz="1200" kern="100" dirty="0" smtClean="0">
                          <a:effectLst/>
                        </a:rPr>
                        <a:t>, </a:t>
                      </a:r>
                      <a:r>
                        <a:rPr lang="ru-RU" sz="1200" kern="100" dirty="0" err="1" smtClean="0">
                          <a:effectLst/>
                        </a:rPr>
                        <a:t>әкпе</a:t>
                      </a:r>
                      <a:r>
                        <a:rPr lang="ru-RU" sz="1200" kern="100" dirty="0" smtClean="0">
                          <a:effectLst/>
                        </a:rPr>
                        <a:t>, </a:t>
                      </a:r>
                      <a:r>
                        <a:rPr lang="ru-RU" sz="1200" kern="100" dirty="0" err="1" smtClean="0">
                          <a:effectLst/>
                        </a:rPr>
                        <a:t>сіңлілері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kern="100" dirty="0" err="1">
                          <a:effectLst/>
                        </a:rPr>
                        <a:t>Өз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жұрты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әкемен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бір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ата-анадан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бірге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туған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қыз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алыспайтын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ұлдар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kern="100" dirty="0" err="1">
                          <a:effectLst/>
                        </a:rPr>
                        <a:t>Жиен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жұрты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төркініндегі</a:t>
                      </a:r>
                      <a:r>
                        <a:rPr lang="ru-RU" sz="1200" kern="100" dirty="0">
                          <a:effectLst/>
                        </a:rPr>
                        <a:t> (</a:t>
                      </a:r>
                      <a:r>
                        <a:rPr lang="ru-RU" sz="1200" kern="100" dirty="0" err="1">
                          <a:effectLst/>
                        </a:rPr>
                        <a:t>өз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жұртындағы</a:t>
                      </a:r>
                      <a:r>
                        <a:rPr lang="ru-RU" sz="1200" kern="100" dirty="0">
                          <a:effectLst/>
                        </a:rPr>
                        <a:t>) </a:t>
                      </a:r>
                      <a:r>
                        <a:rPr lang="ru-RU" sz="1200" kern="100" dirty="0" err="1">
                          <a:effectLst/>
                        </a:rPr>
                        <a:t>ұлмен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бір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ата-анадан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бірге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туған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ұзатылған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қыз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алыспайтын</a:t>
                      </a:r>
                      <a:r>
                        <a:rPr lang="ru-RU" sz="1200" kern="100" dirty="0">
                          <a:effectLst/>
                        </a:rPr>
                        <a:t>, </a:t>
                      </a:r>
                      <a:r>
                        <a:rPr lang="ru-RU" sz="1200" kern="100" dirty="0" err="1">
                          <a:effectLst/>
                        </a:rPr>
                        <a:t>қыздардан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туған</a:t>
                      </a:r>
                      <a:r>
                        <a:rPr lang="ru-RU" sz="1200" kern="100" dirty="0">
                          <a:effectLst/>
                        </a:rPr>
                        <a:t> </a:t>
                      </a:r>
                      <a:r>
                        <a:rPr lang="ru-RU" sz="1200" kern="100" dirty="0" err="1">
                          <a:effectLst/>
                        </a:rPr>
                        <a:t>балалар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02447">
                <a:tc row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i="0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Ж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i="0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i="0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i="0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І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kk-KZ" sz="1000" b="1" i="0" kern="1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i="0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i="0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i="0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ru-RU" sz="1000" b="1" i="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7</a:t>
                      </a:r>
                      <a:r>
                        <a:rPr lang="en-US" sz="800" b="1" i="0" kern="100" dirty="0" smtClean="0">
                          <a:effectLst/>
                        </a:rPr>
                        <a:t>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6</a:t>
                      </a:r>
                      <a:r>
                        <a:rPr lang="en-US" sz="800" b="1" i="0" kern="100" dirty="0" smtClean="0">
                          <a:effectLst/>
                        </a:rPr>
                        <a:t> </a:t>
                      </a:r>
                      <a:r>
                        <a:rPr lang="kk-KZ" sz="800" b="1" i="0" kern="100" dirty="0" smtClean="0">
                          <a:effectLst/>
                        </a:rPr>
                        <a:t>б</a:t>
                      </a:r>
                      <a:r>
                        <a:rPr lang="ru-RU" sz="800" b="1" i="0" kern="100" dirty="0" err="1" smtClean="0">
                          <a:effectLst/>
                        </a:rPr>
                        <a:t>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5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r>
                        <a:rPr lang="ru-RU" sz="800" b="1" i="0" kern="100" dirty="0">
                          <a:effectLst/>
                        </a:rPr>
                        <a:t> </a:t>
                      </a:r>
                      <a:endParaRPr lang="ru-RU" sz="800" b="1" i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4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3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2</a:t>
                      </a:r>
                      <a:r>
                        <a:rPr lang="ru-RU" sz="800" b="1" i="0" kern="100" baseline="0" dirty="0">
                          <a:effectLst/>
                        </a:rPr>
                        <a:t>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1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7</a:t>
                      </a:r>
                      <a:r>
                        <a:rPr lang="ru-RU" sz="800" b="1" i="0" kern="100" baseline="0" dirty="0">
                          <a:effectLst/>
                        </a:rPr>
                        <a:t>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6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5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r>
                        <a:rPr lang="ru-RU" sz="800" b="1" i="0" kern="100" dirty="0">
                          <a:effectLst/>
                        </a:rPr>
                        <a:t> </a:t>
                      </a:r>
                      <a:endParaRPr lang="ru-RU" sz="800" b="1" i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4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3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2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1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7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r>
                        <a:rPr lang="ru-RU" sz="800" b="1" i="0" kern="100" dirty="0">
                          <a:effectLst/>
                        </a:rPr>
                        <a:t> </a:t>
                      </a:r>
                      <a:endParaRPr lang="ru-RU" sz="800" b="1" i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6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5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r>
                        <a:rPr lang="ru-RU" sz="800" b="1" i="0" kern="100" dirty="0">
                          <a:effectLst/>
                        </a:rPr>
                        <a:t> </a:t>
                      </a:r>
                      <a:endParaRPr lang="ru-RU" sz="800" b="1" i="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4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3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2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b="1" i="0" kern="100" dirty="0" smtClean="0">
                          <a:effectLst/>
                        </a:rPr>
                        <a:t>1 </a:t>
                      </a:r>
                      <a:r>
                        <a:rPr lang="ru-RU" sz="800" b="1" i="0" kern="100" dirty="0" err="1" smtClean="0">
                          <a:effectLst/>
                        </a:rPr>
                        <a:t>буын</a:t>
                      </a:r>
                      <a:endParaRPr lang="ru-RU" sz="800" b="1" i="0" kern="100" dirty="0">
                        <a:effectLst/>
                      </a:endParaRPr>
                    </a:p>
                  </a:txBody>
                  <a:tcPr marL="37626" marR="37626" marT="0" marB="0" anchor="ctr"/>
                </a:tc>
              </a:tr>
              <a:tr h="25997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Тек </a:t>
                      </a: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</a:t>
                      </a:r>
                      <a:r>
                        <a:rPr lang="ru-RU" sz="800" kern="100" smtClean="0">
                          <a:effectLst/>
                          <a:highlight>
                            <a:srgbClr val="FF00FF"/>
                          </a:highlight>
                        </a:rPr>
                        <a:t>% 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Тек </a:t>
                      </a: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</a:tr>
              <a:tr h="334773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 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Тек </a:t>
                      </a: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Түп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)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</a:tr>
              <a:tr h="315497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Немер е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Тек </a:t>
                      </a: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Баба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а</a:t>
                      </a:r>
                      <a:r>
                        <a:rPr lang="ru-RU" sz="800" kern="100" dirty="0" err="1" smtClean="0">
                          <a:effectLst/>
                        </a:rPr>
                        <a:t>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Жиен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</a:tr>
              <a:tr h="44636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Арғы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</a:tr>
              <a:tr h="44636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Шөбере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Дегеншар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Тек </a:t>
                      </a: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</a:tr>
              <a:tr h="334773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Шөбере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Шөбере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Әке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Келгеншар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Дегеншар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Жиен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</a:tr>
              <a:tr h="382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900" b="1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Шөбере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 (Әкелес)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Тек Ата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Шөбере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Бала(</a:t>
                      </a:r>
                      <a:r>
                        <a:rPr lang="ru-RU" sz="800" kern="100" dirty="0" err="1">
                          <a:effectLst/>
                        </a:rPr>
                        <a:t>Әкелес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Бала(Емшектес)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Келгеншар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Дегеншар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Бала(</a:t>
                      </a:r>
                      <a:r>
                        <a:rPr lang="ru-RU" sz="800" kern="100" dirty="0" err="1">
                          <a:effectLst/>
                        </a:rPr>
                        <a:t>Әкелес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Тек </a:t>
                      </a:r>
                      <a:r>
                        <a:rPr lang="ru-RU" sz="800" kern="100" dirty="0" err="1">
                          <a:effectLst/>
                        </a:rPr>
                        <a:t>Ата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/>
                </a:tc>
              </a:tr>
              <a:tr h="430687">
                <a:tc row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Ж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І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kk-KZ" sz="1000" b="1" kern="1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Ұ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000" b="1" kern="1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Қ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ru-RU" sz="1000" b="1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Шөпшек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Бала </a:t>
                      </a: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 (</a:t>
                      </a:r>
                      <a:r>
                        <a:rPr lang="ru-RU" sz="800" kern="100" dirty="0" err="1">
                          <a:effectLst/>
                          <a:highlight>
                            <a:srgbClr val="FFFF00"/>
                          </a:highlight>
                        </a:rPr>
                        <a:t>Емшектес</a:t>
                      </a: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)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Немене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Шөбере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 </a:t>
                      </a: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 (</a:t>
                      </a:r>
                      <a:r>
                        <a:rPr lang="ru-RU" sz="800" kern="100" dirty="0" err="1" smtClean="0">
                          <a:effectLst/>
                          <a:highlight>
                            <a:srgbClr val="FFFF00"/>
                          </a:highlight>
                        </a:rPr>
                        <a:t>Емшектес</a:t>
                      </a:r>
                      <a:r>
                        <a:rPr lang="ru-RU" sz="800" kern="100" dirty="0" smtClean="0">
                          <a:effectLst/>
                          <a:highlight>
                            <a:srgbClr val="FFFF00"/>
                          </a:highlight>
                        </a:rPr>
                        <a:t>)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Келгеншар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Дегеншар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Бала(</a:t>
                      </a:r>
                      <a:r>
                        <a:rPr lang="ru-RU" sz="800" kern="100" dirty="0" err="1">
                          <a:effectLst/>
                        </a:rPr>
                        <a:t>Әкелес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 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 (</a:t>
                      </a:r>
                      <a:r>
                        <a:rPr lang="ru-RU" sz="800" kern="100" dirty="0" err="1">
                          <a:effectLst/>
                        </a:rPr>
                        <a:t>Емшектес</a:t>
                      </a:r>
                      <a:r>
                        <a:rPr lang="ru-RU" sz="800" kern="100" dirty="0">
                          <a:effectLst/>
                        </a:rPr>
                        <a:t>)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50%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</a:tr>
              <a:tr h="358123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Шөпшек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Шөбере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Келгеншар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Дегеншар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)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Бала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34773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Немене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Шөпшек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)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Туажат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Шөпшек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Келгеншар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Дегеншар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Жиеншар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12,5%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12,5%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</a:tr>
              <a:tr h="44636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Туажат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Немене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Шөпшек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Туажат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Немене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Шөпшек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Шөбере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Келгеншар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Дегеншар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Жиен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6,25%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6,25%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4636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Немене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Шөпшек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>
                          <a:effectLst/>
                        </a:rPr>
                        <a:t>, </a:t>
                      </a: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Туажат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Немене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Шөпшек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Туажат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Келгеншар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Деген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3,125%</a:t>
                      </a:r>
                      <a:r>
                        <a:rPr lang="ru-RU" sz="800" kern="100" dirty="0">
                          <a:effectLst/>
                        </a:rPr>
                        <a:t>, </a:t>
                      </a: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3,125%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</a:tr>
              <a:tr h="44636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Немене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Немене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Туажат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Келген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</a:rPr>
                        <a:t>шар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1,56%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34773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9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 </a:t>
                      </a: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</a:rPr>
                        <a:t>Туажат </a:t>
                      </a: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 err="1">
                          <a:effectLst/>
                        </a:rPr>
                        <a:t>Туажат</a:t>
                      </a:r>
                      <a:r>
                        <a:rPr lang="ru-RU" sz="800" kern="100" dirty="0">
                          <a:effectLst/>
                        </a:rPr>
                        <a:t> </a:t>
                      </a:r>
                      <a:r>
                        <a:rPr lang="ru-RU" sz="800" kern="100" dirty="0">
                          <a:effectLst/>
                          <a:highlight>
                            <a:srgbClr val="FFFF00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800" kern="100" dirty="0">
                          <a:effectLst/>
                          <a:highlight>
                            <a:srgbClr val="FF00FF"/>
                          </a:highlight>
                        </a:rPr>
                        <a:t>0,78%</a:t>
                      </a:r>
                      <a:endParaRPr lang="ru-RU" sz="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626" marR="37626" marT="0" marB="0" anchor="ctr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93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421119"/>
              </p:ext>
            </p:extLst>
          </p:nvPr>
        </p:nvGraphicFramePr>
        <p:xfrm>
          <a:off x="1" y="0"/>
          <a:ext cx="12192000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003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/>
          </p:nvPr>
        </p:nvGraphicFramePr>
        <p:xfrm>
          <a:off x="508000" y="162560"/>
          <a:ext cx="11216640" cy="6695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Прямая соединительная линия 7"/>
          <p:cNvCxnSpPr/>
          <p:nvPr/>
        </p:nvCxnSpPr>
        <p:spPr>
          <a:xfrm>
            <a:off x="2187723" y="1580972"/>
            <a:ext cx="8084322" cy="4520725"/>
          </a:xfrm>
          <a:prstGeom prst="line">
            <a:avLst/>
          </a:prstGeom>
          <a:ln w="165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H="1">
            <a:off x="2238999" y="1625600"/>
            <a:ext cx="7087881" cy="4749563"/>
          </a:xfrm>
          <a:prstGeom prst="line">
            <a:avLst/>
          </a:prstGeom>
          <a:ln w="165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58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63" y="0"/>
            <a:ext cx="12210463" cy="6877926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13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092" y="1872065"/>
            <a:ext cx="2415476" cy="486133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411" y="1872065"/>
            <a:ext cx="2351671" cy="486133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896" y="1862186"/>
            <a:ext cx="2355127" cy="488109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2378750" y="4302732"/>
            <a:ext cx="144141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НЕМЕСЕ</a:t>
            </a:r>
            <a:endParaRPr lang="ru-RU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565691" y="4181690"/>
            <a:ext cx="116208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ИЛИ</a:t>
            </a:r>
            <a:endParaRPr lang="ru-RU" sz="4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96059" y="-40906"/>
            <a:ext cx="595853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Айгүл</a:t>
            </a:r>
            <a:r>
              <a:rPr lang="ru-RU" sz="4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r>
              <a:rPr lang="ru-RU" sz="4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Дәулеттің</a:t>
            </a:r>
            <a:r>
              <a:rPr lang="ru-RU" sz="4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r>
              <a:rPr lang="kk-KZ" sz="4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Tamyr </a:t>
            </a:r>
            <a:r>
              <a:rPr lang="kk-KZ" sz="4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Shejireсін басқанда:</a:t>
            </a:r>
            <a:r>
              <a:rPr lang="ru-RU" sz="4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endParaRPr lang="ru-RU" sz="4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233467" y="-6596"/>
            <a:ext cx="595853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Когда </a:t>
            </a:r>
            <a:r>
              <a:rPr lang="ru-RU" sz="4400" b="1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Айгүл</a:t>
            </a:r>
            <a:r>
              <a:rPr lang="ru-RU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нажимает </a:t>
            </a:r>
            <a:r>
              <a:rPr lang="kk-KZ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Tamyr Shejire Даулета:</a:t>
            </a:r>
            <a:r>
              <a:rPr lang="ru-RU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ru-RU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7" name="Группа 16"/>
          <p:cNvGrpSpPr/>
          <p:nvPr/>
        </p:nvGrpSpPr>
        <p:grpSpPr>
          <a:xfrm>
            <a:off x="190293" y="1862186"/>
            <a:ext cx="11652265" cy="4881092"/>
            <a:chOff x="190293" y="1862186"/>
            <a:chExt cx="11652265" cy="4881092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293" y="1880225"/>
              <a:ext cx="2276517" cy="4863053"/>
            </a:xfrm>
            <a:prstGeom prst="rect">
              <a:avLst/>
            </a:prstGeom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9627" y="1872065"/>
              <a:ext cx="2415476" cy="4861335"/>
            </a:xfrm>
            <a:prstGeom prst="rect">
              <a:avLst/>
            </a:prstGeom>
          </p:spPr>
        </p:pic>
        <p:pic>
          <p:nvPicPr>
            <p:cNvPr id="15" name="Рисунок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6946" y="1872065"/>
              <a:ext cx="2351671" cy="4861335"/>
            </a:xfrm>
            <a:prstGeom prst="rect">
              <a:avLst/>
            </a:prstGeom>
          </p:spPr>
        </p:pic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7431" y="1862186"/>
              <a:ext cx="2355127" cy="48810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074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986" y="365126"/>
            <a:ext cx="10514814" cy="351311"/>
          </a:xfrm>
        </p:spPr>
        <p:txBody>
          <a:bodyPr>
            <a:noAutofit/>
          </a:bodyPr>
          <a:lstStyle/>
          <a:p>
            <a:pPr algn="ctr"/>
            <a:r>
              <a:rPr lang="ru-RU" sz="2000" b="1" dirty="0" smtClean="0">
                <a:latin typeface="+mn-lt"/>
              </a:rPr>
              <a:t>«</a:t>
            </a:r>
            <a:r>
              <a:rPr lang="en-US" sz="2000" b="1" dirty="0" err="1" smtClean="0">
                <a:latin typeface="+mn-lt"/>
              </a:rPr>
              <a:t>Tamyr</a:t>
            </a:r>
            <a:r>
              <a:rPr lang="en-US" sz="2000" b="1" dirty="0" smtClean="0">
                <a:latin typeface="+mn-lt"/>
              </a:rPr>
              <a:t> </a:t>
            </a:r>
            <a:r>
              <a:rPr lang="en-US" sz="2000" b="1" dirty="0" err="1" smtClean="0">
                <a:latin typeface="+mn-lt"/>
              </a:rPr>
              <a:t>Shejire</a:t>
            </a:r>
            <a:r>
              <a:rPr lang="ru-RU" sz="2000" b="1" dirty="0" smtClean="0">
                <a:latin typeface="+mn-lt"/>
              </a:rPr>
              <a:t>» </a:t>
            </a:r>
            <a:r>
              <a:rPr lang="ru-RU" sz="2000" b="1" dirty="0" err="1" smtClean="0">
                <a:solidFill>
                  <a:srgbClr val="0D0D0D"/>
                </a:solidFill>
                <a:latin typeface="+mn-lt"/>
              </a:rPr>
              <a:t>әлеуметтік</a:t>
            </a:r>
            <a:r>
              <a:rPr lang="ru-RU" sz="2000" b="1" dirty="0" smtClean="0">
                <a:solidFill>
                  <a:srgbClr val="0D0D0D"/>
                </a:solidFill>
                <a:latin typeface="+mn-lt"/>
              </a:rPr>
              <a:t> </a:t>
            </a:r>
            <a:r>
              <a:rPr lang="ru-RU" sz="2000" b="1" dirty="0" err="1">
                <a:solidFill>
                  <a:srgbClr val="0D0D0D"/>
                </a:solidFill>
                <a:latin typeface="+mn-lt"/>
              </a:rPr>
              <a:t>желілермен</a:t>
            </a:r>
            <a:r>
              <a:rPr lang="ru-RU" sz="2000" b="1" dirty="0">
                <a:solidFill>
                  <a:srgbClr val="0D0D0D"/>
                </a:solidFill>
                <a:latin typeface="+mn-lt"/>
              </a:rPr>
              <a:t> </a:t>
            </a:r>
            <a:r>
              <a:rPr lang="ru-RU" sz="2000" b="1" dirty="0" err="1">
                <a:solidFill>
                  <a:srgbClr val="0D0D0D"/>
                </a:solidFill>
                <a:latin typeface="+mn-lt"/>
              </a:rPr>
              <a:t>интеграциялаудың</a:t>
            </a:r>
            <a:r>
              <a:rPr lang="ru-RU" sz="2000" b="1" dirty="0">
                <a:solidFill>
                  <a:srgbClr val="0D0D0D"/>
                </a:solidFill>
                <a:latin typeface="+mn-lt"/>
              </a:rPr>
              <a:t> </a:t>
            </a:r>
            <a:r>
              <a:rPr lang="ru-RU" sz="2000" b="1" dirty="0" err="1" smtClean="0">
                <a:solidFill>
                  <a:srgbClr val="0D0D0D"/>
                </a:solidFill>
                <a:latin typeface="+mn-lt"/>
              </a:rPr>
              <a:t>артықшылықтары</a:t>
            </a:r>
            <a:r>
              <a:rPr lang="ru-RU" sz="2000" b="1" dirty="0" smtClean="0">
                <a:solidFill>
                  <a:srgbClr val="0D0D0D"/>
                </a:solidFill>
                <a:latin typeface="+mn-lt"/>
              </a:rPr>
              <a:t/>
            </a:r>
            <a:br>
              <a:rPr lang="ru-RU" sz="2000" b="1" dirty="0" smtClean="0">
                <a:solidFill>
                  <a:srgbClr val="0D0D0D"/>
                </a:solidFill>
                <a:latin typeface="+mn-lt"/>
              </a:rPr>
            </a:br>
            <a:r>
              <a:rPr lang="ru-RU" sz="2000" b="1" dirty="0" smtClean="0">
                <a:solidFill>
                  <a:srgbClr val="0D0D0D"/>
                </a:solidFill>
                <a:latin typeface="+mn-lt"/>
              </a:rPr>
              <a:t>/Преимущества интеграции </a:t>
            </a:r>
            <a:r>
              <a:rPr lang="ru-RU" sz="2000" b="1" dirty="0" smtClean="0">
                <a:latin typeface="+mn-lt"/>
              </a:rPr>
              <a:t>«</a:t>
            </a:r>
            <a:r>
              <a:rPr lang="en-US" sz="2000" b="1" dirty="0" err="1" smtClean="0">
                <a:latin typeface="+mn-lt"/>
              </a:rPr>
              <a:t>Tamyr</a:t>
            </a:r>
            <a:r>
              <a:rPr lang="en-US" sz="2000" b="1" dirty="0" smtClean="0">
                <a:latin typeface="+mn-lt"/>
              </a:rPr>
              <a:t> </a:t>
            </a:r>
            <a:r>
              <a:rPr lang="en-US" sz="2000" b="1" dirty="0" err="1" smtClean="0">
                <a:latin typeface="+mn-lt"/>
              </a:rPr>
              <a:t>Shejire</a:t>
            </a:r>
            <a:r>
              <a:rPr lang="ru-RU" sz="2000" b="1" dirty="0" smtClean="0">
                <a:latin typeface="+mn-lt"/>
              </a:rPr>
              <a:t>»</a:t>
            </a:r>
            <a:r>
              <a:rPr lang="ru-RU" sz="2000" b="1" dirty="0" smtClean="0">
                <a:solidFill>
                  <a:srgbClr val="0D0D0D"/>
                </a:solidFill>
                <a:latin typeface="+mn-lt"/>
              </a:rPr>
              <a:t> </a:t>
            </a:r>
            <a:r>
              <a:rPr lang="ru-RU" sz="2000" b="1" dirty="0">
                <a:solidFill>
                  <a:srgbClr val="0D0D0D"/>
                </a:solidFill>
                <a:latin typeface="+mn-lt"/>
              </a:rPr>
              <a:t>с </a:t>
            </a:r>
            <a:r>
              <a:rPr lang="ru-RU" sz="2000" b="1" dirty="0" err="1">
                <a:solidFill>
                  <a:srgbClr val="0D0D0D"/>
                </a:solidFill>
                <a:latin typeface="+mn-lt"/>
              </a:rPr>
              <a:t>соцсетями</a:t>
            </a:r>
            <a:r>
              <a:rPr lang="ru-RU" sz="2000" b="1" dirty="0" smtClean="0">
                <a:solidFill>
                  <a:srgbClr val="0D0D0D"/>
                </a:solidFill>
                <a:latin typeface="ui-sans-serif"/>
              </a:rPr>
              <a:t>:</a:t>
            </a:r>
            <a:r>
              <a:rPr lang="ru-RU" sz="2800" b="1" dirty="0">
                <a:solidFill>
                  <a:srgbClr val="0D0D0D"/>
                </a:solidFill>
                <a:latin typeface="ui-sans-serif"/>
              </a:rPr>
              <a:t/>
            </a:r>
            <a:br>
              <a:rPr lang="ru-RU" sz="2800" b="1" dirty="0">
                <a:solidFill>
                  <a:srgbClr val="0D0D0D"/>
                </a:solidFill>
                <a:latin typeface="ui-sans-serif"/>
              </a:rPr>
            </a:br>
            <a:endParaRPr lang="ru-RU" sz="2800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394910"/>
              </p:ext>
            </p:extLst>
          </p:nvPr>
        </p:nvGraphicFramePr>
        <p:xfrm>
          <a:off x="641022" y="716437"/>
          <a:ext cx="11151910" cy="6009395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5223942"/>
                <a:gridCol w="423213"/>
                <a:gridCol w="5504755"/>
              </a:tblGrid>
              <a:tr h="1485010">
                <a:tc>
                  <a:txBody>
                    <a:bodyPr/>
                    <a:lstStyle/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0" dirty="0" err="1">
                          <a:effectLst/>
                        </a:rPr>
                        <a:t>Шежірені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автоматты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түрде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кеңейту</a:t>
                      </a:r>
                      <a:r>
                        <a:rPr lang="ru-RU" sz="1600" kern="0" dirty="0">
                          <a:effectLst/>
                        </a:rPr>
                        <a:t>: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 err="1">
                          <a:effectLst/>
                        </a:rPr>
                        <a:t>Байланыс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тізімі</a:t>
                      </a:r>
                      <a:r>
                        <a:rPr lang="ru-RU" sz="1600" b="0" kern="0" dirty="0">
                          <a:effectLst/>
                        </a:rPr>
                        <a:t>, </a:t>
                      </a:r>
                      <a:r>
                        <a:rPr lang="ru-RU" sz="1600" b="0" kern="0" dirty="0" err="1">
                          <a:effectLst/>
                        </a:rPr>
                        <a:t>жазылу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немесе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тегтер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арқылы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туыстарды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қосу</a:t>
                      </a:r>
                      <a:r>
                        <a:rPr lang="ru-RU" sz="1600" b="0" kern="0" dirty="0">
                          <a:effectLst/>
                        </a:rPr>
                        <a:t>.</a:t>
                      </a:r>
                      <a:endParaRPr lang="ru-RU" sz="1600" b="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 err="1">
                          <a:effectLst/>
                        </a:rPr>
                        <a:t>WhatsApp</a:t>
                      </a:r>
                      <a:r>
                        <a:rPr lang="ru-RU" sz="1600" b="0" kern="0" dirty="0">
                          <a:effectLst/>
                        </a:rPr>
                        <a:t>, </a:t>
                      </a:r>
                      <a:r>
                        <a:rPr lang="ru-RU" sz="1600" b="0" kern="0" dirty="0" err="1">
                          <a:effectLst/>
                        </a:rPr>
                        <a:t>Telegram</a:t>
                      </a:r>
                      <a:r>
                        <a:rPr lang="ru-RU" sz="1600" b="0" kern="0" dirty="0">
                          <a:effectLst/>
                        </a:rPr>
                        <a:t>, </a:t>
                      </a:r>
                      <a:r>
                        <a:rPr lang="ru-RU" sz="1600" b="0" kern="0" dirty="0" err="1">
                          <a:effectLst/>
                        </a:rPr>
                        <a:t>Instagram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Direct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арқылы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туыстық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байланыстарды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растау</a:t>
                      </a:r>
                      <a:r>
                        <a:rPr lang="ru-RU" sz="1600" b="0" kern="0" dirty="0">
                          <a:effectLst/>
                        </a:rPr>
                        <a:t>.</a:t>
                      </a:r>
                      <a:endParaRPr lang="ru-RU" sz="1600" b="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 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kk-KZ" sz="1600" kern="100" dirty="0" smtClean="0">
                          <a:effectLst/>
                        </a:rPr>
                        <a:t>1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Автоматическое расширение дерева: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100" dirty="0">
                          <a:effectLst/>
                        </a:rPr>
                        <a:t>Добавление родственников по контактам, подпискам или тегам.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100" dirty="0">
                          <a:effectLst/>
                        </a:rPr>
                        <a:t>Согласование родственных связей через подтверждение в мессенджерах (</a:t>
                      </a:r>
                      <a:r>
                        <a:rPr lang="ru-RU" sz="1600" b="0" kern="100" dirty="0" err="1">
                          <a:effectLst/>
                        </a:rPr>
                        <a:t>WhatsApp</a:t>
                      </a:r>
                      <a:r>
                        <a:rPr lang="ru-RU" sz="1600" b="0" kern="100" dirty="0">
                          <a:effectLst/>
                        </a:rPr>
                        <a:t>, </a:t>
                      </a:r>
                      <a:r>
                        <a:rPr lang="ru-RU" sz="1600" b="0" kern="100" dirty="0" err="1">
                          <a:effectLst/>
                        </a:rPr>
                        <a:t>Telegram</a:t>
                      </a:r>
                      <a:r>
                        <a:rPr lang="ru-RU" sz="1600" b="0" kern="100" dirty="0">
                          <a:effectLst/>
                        </a:rPr>
                        <a:t>, </a:t>
                      </a:r>
                      <a:r>
                        <a:rPr lang="ru-RU" sz="1600" b="0" kern="100" dirty="0" err="1">
                          <a:effectLst/>
                        </a:rPr>
                        <a:t>Instagram</a:t>
                      </a:r>
                      <a:r>
                        <a:rPr lang="ru-RU" sz="1600" b="0" kern="100" dirty="0">
                          <a:effectLst/>
                        </a:rPr>
                        <a:t> </a:t>
                      </a:r>
                      <a:r>
                        <a:rPr lang="ru-RU" sz="1600" b="0" kern="100" dirty="0" err="1">
                          <a:effectLst/>
                        </a:rPr>
                        <a:t>Direct</a:t>
                      </a:r>
                      <a:r>
                        <a:rPr lang="ru-RU" sz="1600" b="0" kern="100" dirty="0">
                          <a:effectLst/>
                        </a:rPr>
                        <a:t>).</a:t>
                      </a:r>
                      <a:endParaRPr lang="ru-RU" sz="1600" b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</a:tr>
              <a:tr h="935439">
                <a:tc>
                  <a:txBody>
                    <a:bodyPr/>
                    <a:lstStyle/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0" dirty="0" err="1">
                          <a:effectLst/>
                        </a:rPr>
                        <a:t>Виралдық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таралым</a:t>
                      </a:r>
                      <a:r>
                        <a:rPr lang="ru-RU" sz="1600" kern="0" dirty="0">
                          <a:effectLst/>
                        </a:rPr>
                        <a:t> мен </a:t>
                      </a:r>
                      <a:r>
                        <a:rPr lang="ru-RU" sz="1600" kern="0" dirty="0" err="1">
                          <a:effectLst/>
                        </a:rPr>
                        <a:t>тарту</a:t>
                      </a:r>
                      <a:r>
                        <a:rPr lang="ru-RU" sz="1600" kern="0" dirty="0">
                          <a:effectLst/>
                        </a:rPr>
                        <a:t>: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 err="1">
                          <a:effectLst/>
                        </a:rPr>
                        <a:t>Қолданушылар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визуалды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шежірені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қуана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бөліседі</a:t>
                      </a:r>
                      <a:r>
                        <a:rPr lang="ru-RU" sz="1600" b="0" kern="0" dirty="0">
                          <a:effectLst/>
                        </a:rPr>
                        <a:t>.</a:t>
                      </a:r>
                      <a:endParaRPr lang="ru-RU" sz="1600" b="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>
                          <a:effectLst/>
                        </a:rPr>
                        <a:t>«</a:t>
                      </a:r>
                      <a:r>
                        <a:rPr lang="ru-RU" sz="1600" b="0" kern="0" dirty="0" err="1">
                          <a:effectLst/>
                        </a:rPr>
                        <a:t>Қарашы</a:t>
                      </a:r>
                      <a:r>
                        <a:rPr lang="ru-RU" sz="1600" b="0" kern="0" dirty="0">
                          <a:effectLst/>
                        </a:rPr>
                        <a:t>, </a:t>
                      </a:r>
                      <a:r>
                        <a:rPr lang="ru-RU" sz="1600" b="0" kern="0" dirty="0" err="1">
                          <a:effectLst/>
                        </a:rPr>
                        <a:t>біз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алты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атадан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туыс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екенбіз</a:t>
                      </a:r>
                      <a:r>
                        <a:rPr lang="ru-RU" sz="1600" b="0" kern="0" dirty="0">
                          <a:effectLst/>
                        </a:rPr>
                        <a:t>!» </a:t>
                      </a:r>
                      <a:r>
                        <a:rPr lang="kk-KZ" sz="1600" b="0" kern="0" dirty="0">
                          <a:effectLst/>
                        </a:rPr>
                        <a:t>-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стористер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үшін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мінсіз</a:t>
                      </a:r>
                      <a:r>
                        <a:rPr lang="ru-RU" sz="1600" b="0" kern="0" dirty="0">
                          <a:effectLst/>
                        </a:rPr>
                        <a:t> формат.</a:t>
                      </a:r>
                      <a:endParaRPr lang="ru-RU" sz="1600" b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600" kern="100" dirty="0" smtClean="0">
                          <a:effectLst/>
                        </a:rPr>
                        <a:t>2</a:t>
                      </a:r>
                      <a:r>
                        <a:rPr lang="ru-RU" sz="1600" kern="100" dirty="0">
                          <a:effectLst/>
                        </a:rPr>
                        <a:t> 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 err="1">
                          <a:effectLst/>
                        </a:rPr>
                        <a:t>Виральность</a:t>
                      </a:r>
                      <a:r>
                        <a:rPr lang="ru-RU" sz="1600" b="1" kern="100" dirty="0">
                          <a:effectLst/>
                        </a:rPr>
                        <a:t> и вовлечение: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Пользователи охотно делятся визуализированным </a:t>
                      </a:r>
                      <a:r>
                        <a:rPr lang="ru-RU" sz="1600" kern="100" dirty="0" err="1">
                          <a:effectLst/>
                        </a:rPr>
                        <a:t>шежіре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«Смотри, мы с тобой на 6-м колене родня!» </a:t>
                      </a:r>
                      <a:r>
                        <a:rPr lang="ru-RU" sz="1600" kern="100" dirty="0" smtClean="0">
                          <a:effectLst/>
                        </a:rPr>
                        <a:t>- идеальный </a:t>
                      </a:r>
                      <a:r>
                        <a:rPr lang="ru-RU" sz="1600" kern="100" dirty="0">
                          <a:effectLst/>
                        </a:rPr>
                        <a:t>формат для </a:t>
                      </a:r>
                      <a:r>
                        <a:rPr lang="ru-RU" sz="1600" kern="100" dirty="0" err="1">
                          <a:effectLst/>
                        </a:rPr>
                        <a:t>сторис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</a:tr>
              <a:tr h="920601">
                <a:tc>
                  <a:txBody>
                    <a:bodyPr/>
                    <a:lstStyle/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0" dirty="0" err="1">
                          <a:effectLst/>
                        </a:rPr>
                        <a:t>Алгоритмдік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ұсыныстар</a:t>
                      </a:r>
                      <a:r>
                        <a:rPr lang="ru-RU" sz="1600" kern="0" dirty="0">
                          <a:effectLst/>
                        </a:rPr>
                        <a:t>: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 err="1">
                          <a:effectLst/>
                        </a:rPr>
                        <a:t>Ортақ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тектер</a:t>
                      </a:r>
                      <a:r>
                        <a:rPr lang="ru-RU" sz="1600" b="0" kern="0" dirty="0">
                          <a:effectLst/>
                        </a:rPr>
                        <a:t>, </a:t>
                      </a:r>
                      <a:r>
                        <a:rPr lang="ru-RU" sz="1600" b="0" kern="0" dirty="0" err="1">
                          <a:effectLst/>
                        </a:rPr>
                        <a:t>геолокация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немесе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лайктар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негізінде</a:t>
                      </a:r>
                      <a:r>
                        <a:rPr lang="ru-RU" sz="1600" b="0" kern="0" dirty="0">
                          <a:effectLst/>
                        </a:rPr>
                        <a:t>: «</a:t>
                      </a:r>
                      <a:r>
                        <a:rPr lang="ru-RU" sz="1600" b="0" kern="0" dirty="0" err="1">
                          <a:effectLst/>
                        </a:rPr>
                        <a:t>Мүмкін</a:t>
                      </a:r>
                      <a:r>
                        <a:rPr lang="ru-RU" sz="1600" b="0" kern="0" dirty="0">
                          <a:effectLst/>
                        </a:rPr>
                        <a:t>, </a:t>
                      </a:r>
                      <a:r>
                        <a:rPr lang="ru-RU" sz="1600" b="0" kern="0" dirty="0" err="1">
                          <a:effectLst/>
                        </a:rPr>
                        <a:t>сіздер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туыс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шығарсыздар</a:t>
                      </a:r>
                      <a:r>
                        <a:rPr lang="ru-RU" sz="1600" b="0" kern="0" dirty="0">
                          <a:effectLst/>
                        </a:rPr>
                        <a:t>» </a:t>
                      </a:r>
                      <a:r>
                        <a:rPr lang="ru-RU" sz="1600" b="0" kern="0" dirty="0" err="1">
                          <a:effectLst/>
                        </a:rPr>
                        <a:t>деген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секілді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жүйелік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ұсыныстар</a:t>
                      </a:r>
                      <a:r>
                        <a:rPr lang="ru-RU" sz="1600" kern="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kk-KZ" sz="1600" kern="100" dirty="0" smtClean="0">
                          <a:effectLst/>
                        </a:rPr>
                        <a:t>3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>
                          <a:effectLst/>
                        </a:rPr>
                        <a:t>Алгоритмическое продвижение: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Система рекомендаций: «Возможно, вы родственники» на основе общих фамилий, </a:t>
                      </a:r>
                      <a:r>
                        <a:rPr lang="ru-RU" sz="1600" kern="100" dirty="0" err="1">
                          <a:effectLst/>
                        </a:rPr>
                        <a:t>геолокации</a:t>
                      </a:r>
                      <a:r>
                        <a:rPr lang="ru-RU" sz="1600" kern="100" dirty="0">
                          <a:effectLst/>
                        </a:rPr>
                        <a:t> и </a:t>
                      </a:r>
                      <a:r>
                        <a:rPr lang="ru-RU" sz="1600" kern="100" dirty="0" err="1">
                          <a:effectLst/>
                        </a:rPr>
                        <a:t>лайков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</a:tr>
              <a:tr h="920601">
                <a:tc>
                  <a:txBody>
                    <a:bodyPr/>
                    <a:lstStyle/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0" dirty="0" err="1">
                          <a:effectLst/>
                        </a:rPr>
                        <a:t>Мәліметті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краудсорсинг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арқылы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толықтыру</a:t>
                      </a:r>
                      <a:r>
                        <a:rPr lang="ru-RU" sz="1600" kern="0" dirty="0">
                          <a:effectLst/>
                        </a:rPr>
                        <a:t>: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 err="1">
                          <a:effectLst/>
                        </a:rPr>
                        <a:t>Көпшіліктің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қатысуымен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ұмыт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қалған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тармақтар</a:t>
                      </a:r>
                      <a:r>
                        <a:rPr lang="ru-RU" sz="1600" b="0" kern="0" dirty="0">
                          <a:effectLst/>
                        </a:rPr>
                        <a:t> мен </a:t>
                      </a:r>
                      <a:r>
                        <a:rPr lang="ru-RU" sz="1600" b="0" kern="0" dirty="0" err="1">
                          <a:effectLst/>
                        </a:rPr>
                        <a:t>ру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жүйесін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қалпына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келтіруге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болады</a:t>
                      </a:r>
                      <a:r>
                        <a:rPr lang="ru-RU" sz="1600" b="0" kern="0" dirty="0">
                          <a:effectLst/>
                        </a:rPr>
                        <a:t>.</a:t>
                      </a:r>
                      <a:endParaRPr lang="ru-RU" sz="1600" b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kk-KZ" sz="1600" kern="100" dirty="0" smtClean="0">
                          <a:effectLst/>
                        </a:rPr>
                        <a:t>4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 err="1">
                          <a:effectLst/>
                        </a:rPr>
                        <a:t>Краудсорсинг</a:t>
                      </a:r>
                      <a:r>
                        <a:rPr lang="ru-RU" sz="1600" b="1" kern="100" dirty="0">
                          <a:effectLst/>
                        </a:rPr>
                        <a:t> данных: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Через массовое участие можно восстановить забытые </a:t>
                      </a:r>
                      <a:r>
                        <a:rPr lang="ru-RU" sz="1600" kern="100" dirty="0" smtClean="0">
                          <a:effectLst/>
                        </a:rPr>
                        <a:t>ветки, </a:t>
                      </a:r>
                      <a:r>
                        <a:rPr lang="ru-RU" sz="1600" kern="100" dirty="0" err="1">
                          <a:effectLst/>
                        </a:rPr>
                        <a:t>бауырлар</a:t>
                      </a:r>
                      <a:r>
                        <a:rPr lang="ru-RU" sz="1600" kern="100" dirty="0">
                          <a:effectLst/>
                        </a:rPr>
                        <a:t> мен </a:t>
                      </a:r>
                      <a:r>
                        <a:rPr lang="ru-RU" sz="1600" kern="100" dirty="0" err="1">
                          <a:effectLst/>
                        </a:rPr>
                        <a:t>рулық</a:t>
                      </a:r>
                      <a:r>
                        <a:rPr lang="ru-RU" sz="1600" kern="100" dirty="0">
                          <a:effectLst/>
                        </a:rPr>
                        <a:t> </a:t>
                      </a:r>
                      <a:r>
                        <a:rPr lang="ru-RU" sz="1600" kern="100" dirty="0" err="1">
                          <a:effectLst/>
                        </a:rPr>
                        <a:t>жүйені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</a:tr>
              <a:tr h="732463">
                <a:tc>
                  <a:txBody>
                    <a:bodyPr/>
                    <a:lstStyle/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0" dirty="0">
                          <a:effectLst/>
                        </a:rPr>
                        <a:t>NFT </a:t>
                      </a:r>
                      <a:r>
                        <a:rPr lang="ru-RU" sz="1600" kern="0" dirty="0" err="1">
                          <a:effectLst/>
                        </a:rPr>
                        <a:t>арқылы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шежірені</a:t>
                      </a:r>
                      <a:r>
                        <a:rPr lang="ru-RU" sz="1600" kern="0" dirty="0">
                          <a:effectLst/>
                        </a:rPr>
                        <a:t> </a:t>
                      </a:r>
                      <a:r>
                        <a:rPr lang="ru-RU" sz="1600" kern="0" dirty="0" err="1">
                          <a:effectLst/>
                        </a:rPr>
                        <a:t>растау</a:t>
                      </a:r>
                      <a:r>
                        <a:rPr lang="ru-RU" sz="1600" kern="0" dirty="0">
                          <a:effectLst/>
                        </a:rPr>
                        <a:t>: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 err="1">
                          <a:effectLst/>
                        </a:rPr>
                        <a:t>Блокчейн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арқылы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туыстық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желілер</a:t>
                      </a:r>
                      <a:r>
                        <a:rPr lang="ru-RU" sz="1600" b="0" kern="0" dirty="0">
                          <a:effectLst/>
                        </a:rPr>
                        <a:t> мен </a:t>
                      </a:r>
                      <a:r>
                        <a:rPr lang="ru-RU" sz="1600" b="0" kern="0" dirty="0" err="1">
                          <a:effectLst/>
                        </a:rPr>
                        <a:t>құжаттарды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цифрлы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түрде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бекіту</a:t>
                      </a:r>
                      <a:r>
                        <a:rPr lang="ru-RU" sz="1600" b="0" kern="0" dirty="0">
                          <a:effectLst/>
                        </a:rPr>
                        <a:t>.</a:t>
                      </a:r>
                      <a:endParaRPr lang="ru-RU" sz="1600" b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kk-KZ" sz="1600" kern="100" dirty="0" smtClean="0">
                          <a:effectLst/>
                        </a:rPr>
                        <a:t>5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>
                          <a:effectLst/>
                        </a:rPr>
                        <a:t>NFT-верификация родословной: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Через </a:t>
                      </a:r>
                      <a:r>
                        <a:rPr lang="ru-RU" sz="1600" kern="100" dirty="0" err="1">
                          <a:effectLst/>
                        </a:rPr>
                        <a:t>блокчейн</a:t>
                      </a:r>
                      <a:r>
                        <a:rPr lang="ru-RU" sz="1600" kern="100" dirty="0">
                          <a:effectLst/>
                        </a:rPr>
                        <a:t> подтверждать родственные линии и важные документы.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</a:tr>
              <a:tr h="920601">
                <a:tc>
                  <a:txBody>
                    <a:bodyPr/>
                    <a:lstStyle/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0" dirty="0" smtClean="0">
                          <a:effectLst/>
                        </a:rPr>
                        <a:t>«Ас беру» </a:t>
                      </a:r>
                      <a:r>
                        <a:rPr lang="ru-RU" sz="1600" kern="0" dirty="0">
                          <a:effectLst/>
                        </a:rPr>
                        <a:t>мен "</a:t>
                      </a:r>
                      <a:r>
                        <a:rPr lang="ru-RU" sz="1600" kern="0" dirty="0" err="1" smtClean="0">
                          <a:effectLst/>
                        </a:rPr>
                        <a:t>Жады</a:t>
                      </a:r>
                      <a:r>
                        <a:rPr lang="ru-RU" sz="1600" kern="0" dirty="0" smtClean="0">
                          <a:effectLst/>
                        </a:rPr>
                        <a:t>" </a:t>
                      </a:r>
                      <a:r>
                        <a:rPr lang="ru-RU" sz="1600" kern="0" dirty="0" err="1">
                          <a:effectLst/>
                        </a:rPr>
                        <a:t>батырмалары</a:t>
                      </a:r>
                      <a:r>
                        <a:rPr lang="ru-RU" sz="1600" kern="0" dirty="0">
                          <a:effectLst/>
                        </a:rPr>
                        <a:t>: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0"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kern="0" dirty="0" err="1">
                          <a:effectLst/>
                        </a:rPr>
                        <a:t>Әлеуметтік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желі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мәдени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естелікке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айналады</a:t>
                      </a:r>
                      <a:r>
                        <a:rPr lang="ru-RU" sz="1600" b="0" kern="0" dirty="0">
                          <a:effectLst/>
                        </a:rPr>
                        <a:t>: </a:t>
                      </a:r>
                      <a:r>
                        <a:rPr lang="ru-RU" sz="1600" b="0" kern="0" dirty="0" err="1">
                          <a:effectLst/>
                        </a:rPr>
                        <a:t>құттықтау</a:t>
                      </a:r>
                      <a:r>
                        <a:rPr lang="ru-RU" sz="1600" b="0" kern="0" dirty="0">
                          <a:effectLst/>
                        </a:rPr>
                        <a:t>, ас беру, </a:t>
                      </a:r>
                      <a:r>
                        <a:rPr lang="ru-RU" sz="1600" b="0" kern="0" dirty="0" err="1">
                          <a:effectLst/>
                        </a:rPr>
                        <a:t>еске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алу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рәсімдері</a:t>
                      </a:r>
                      <a:r>
                        <a:rPr lang="ru-RU" sz="1600" b="0" kern="0" dirty="0">
                          <a:effectLst/>
                        </a:rPr>
                        <a:t> </a:t>
                      </a:r>
                      <a:r>
                        <a:rPr lang="ru-RU" sz="1600" b="0" kern="0" dirty="0" err="1">
                          <a:effectLst/>
                        </a:rPr>
                        <a:t>арқылы</a:t>
                      </a:r>
                      <a:r>
                        <a:rPr lang="ru-RU" sz="1600" b="0" kern="0" dirty="0">
                          <a:effectLst/>
                        </a:rPr>
                        <a:t>.</a:t>
                      </a:r>
                      <a:endParaRPr lang="ru-RU" sz="1600" b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kk-KZ" sz="1600" kern="100" dirty="0" smtClean="0">
                          <a:effectLst/>
                        </a:rPr>
                        <a:t>6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>
                          <a:effectLst/>
                        </a:rPr>
                        <a:t>Кнопка “Ас беру” и “</a:t>
                      </a:r>
                      <a:r>
                        <a:rPr lang="ru-RU" sz="1600" b="1" kern="100" dirty="0" err="1">
                          <a:effectLst/>
                        </a:rPr>
                        <a:t>Жады</a:t>
                      </a:r>
                      <a:r>
                        <a:rPr lang="ru-RU" sz="1600" b="1" kern="100" dirty="0">
                          <a:effectLst/>
                        </a:rPr>
                        <a:t>” по подписке: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 err="1">
                          <a:effectLst/>
                        </a:rPr>
                        <a:t>Соцсеть</a:t>
                      </a:r>
                      <a:r>
                        <a:rPr lang="ru-RU" sz="1600" kern="100" dirty="0">
                          <a:effectLst/>
                        </a:rPr>
                        <a:t> превращается в платформу для культурной памяти: поздравления, асы, </a:t>
                      </a:r>
                      <a:r>
                        <a:rPr lang="ru-RU" sz="1600" kern="100" dirty="0" err="1">
                          <a:effectLst/>
                        </a:rPr>
                        <a:t>еске</a:t>
                      </a:r>
                      <a:r>
                        <a:rPr lang="ru-RU" sz="1600" kern="100" dirty="0">
                          <a:effectLst/>
                        </a:rPr>
                        <a:t> </a:t>
                      </a:r>
                      <a:r>
                        <a:rPr lang="ru-RU" sz="1600" kern="100" dirty="0" err="1">
                          <a:effectLst/>
                        </a:rPr>
                        <a:t>алу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60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" t="9553" r="1882" b="7870"/>
          <a:stretch/>
        </p:blipFill>
        <p:spPr>
          <a:xfrm>
            <a:off x="22467" y="0"/>
            <a:ext cx="11934334" cy="6711884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2548" y="207390"/>
            <a:ext cx="11734172" cy="651408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Егер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бүгін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бір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күндік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қажеттілікті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сылтауратып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Tamyr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Shejire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жобасын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қажетсіз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деп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жауып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тастасаңыз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ертең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ұрпағыңыздың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қан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араласып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генетикалық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дерттерге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шалдығып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өмір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бойы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қиындық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көруі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әбден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мүмкін</a:t>
            </a:r>
            <a:r>
              <a:rPr lang="ru-RU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!</a:t>
            </a:r>
          </a:p>
          <a:p>
            <a:pPr marL="0" indent="0" algn="ctr">
              <a:buNone/>
            </a:pPr>
            <a:endParaRPr lang="kk-KZ" sz="32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endParaRPr lang="kk-KZ" sz="32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endParaRPr lang="kk-KZ" sz="32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endParaRPr lang="kk-KZ" sz="32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r>
              <a:rPr lang="ru-RU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Если 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сегодня, ради сиюминутных потребностей, вы сочтёте проект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Tamyr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Shejire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ненужным и закроете его, то завтра ваши потомки могут столкнуться с кровным смешением, заболеть генетическими недугами и обречь себя на пожизненные страдания!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15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091" y="2059419"/>
            <a:ext cx="2245360" cy="2245360"/>
          </a:xfrm>
          <a:prstGeom prst="rect">
            <a:avLst/>
          </a:prstGeom>
          <a:solidFill>
            <a:schemeClr val="bg1">
              <a:alpha val="2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499748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2548" y="0"/>
            <a:ext cx="11734172" cy="67214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Егер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бүгін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бір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күндік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қажеттілікті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сылтауратып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Tamyr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Shejire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жобасын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қажетсіз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деп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жауып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тастасаңыз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ертең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ұрпағыңыздың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қан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араласып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генетикалық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дерттерге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шалдығып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өмір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бойы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қиындық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көруі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әбден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мүмкін</a:t>
            </a:r>
            <a:r>
              <a:rPr lang="ru-RU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!</a:t>
            </a:r>
          </a:p>
          <a:p>
            <a:pPr marL="0" indent="0" algn="ctr">
              <a:buNone/>
            </a:pPr>
            <a:endParaRPr lang="kk-KZ" sz="32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endParaRPr lang="kk-KZ" sz="32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endParaRPr lang="kk-KZ" sz="32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endParaRPr lang="kk-KZ" sz="32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0" indent="0" algn="ctr">
              <a:buNone/>
            </a:pPr>
            <a:r>
              <a:rPr lang="ru-RU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Если 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сегодня, ради сиюминутных потребностей, вы сочтёте проект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Tamyr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3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Shejire</a:t>
            </a:r>
            <a:r>
              <a:rPr lang="ru-RU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ненужным и закроете его, то завтра ваши потомки могут столкнуться с кровным смешением, заболеть генетическими недугами и обречь себя на пожизненные страдания!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16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360" y="1918017"/>
            <a:ext cx="2245360" cy="224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57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9346" y="261430"/>
            <a:ext cx="10515600" cy="426727"/>
          </a:xfrm>
        </p:spPr>
        <p:txBody>
          <a:bodyPr>
            <a:normAutofit/>
          </a:bodyPr>
          <a:lstStyle/>
          <a:p>
            <a:r>
              <a:rPr lang="ru-RU" sz="2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Математикалы</a:t>
            </a:r>
            <a:r>
              <a:rPr lang="kk-K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қ ой толғату слайды/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Слайд для математической само мотивации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4695025"/>
              </p:ext>
            </p:extLst>
          </p:nvPr>
        </p:nvGraphicFramePr>
        <p:xfrm>
          <a:off x="273376" y="688158"/>
          <a:ext cx="11651530" cy="58980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25765"/>
                <a:gridCol w="5825765"/>
              </a:tblGrid>
              <a:tr h="2930115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smtClean="0">
                          <a:effectLst/>
                        </a:rPr>
                        <a:t>2021 </a:t>
                      </a:r>
                      <a:r>
                        <a:rPr lang="ru-RU" sz="1700" dirty="0" err="1" smtClean="0">
                          <a:effectLst/>
                        </a:rPr>
                        <a:t>жылғы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халық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санағының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деректеріне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сәйкес</a:t>
                      </a:r>
                      <a:r>
                        <a:rPr lang="ru-RU" sz="1700" dirty="0" smtClean="0">
                          <a:effectLst/>
                        </a:rPr>
                        <a:t>, </a:t>
                      </a:r>
                      <a:r>
                        <a:rPr lang="ru-RU" sz="1700" dirty="0" err="1" smtClean="0">
                          <a:effectLst/>
                        </a:rPr>
                        <a:t>Қазақстанда</a:t>
                      </a:r>
                      <a:r>
                        <a:rPr lang="ru-RU" sz="1700" dirty="0" smtClean="0">
                          <a:effectLst/>
                        </a:rPr>
                        <a:t> 122 </a:t>
                      </a:r>
                      <a:r>
                        <a:rPr lang="ru-RU" sz="1700" dirty="0" err="1" smtClean="0">
                          <a:effectLst/>
                        </a:rPr>
                        <a:t>ұлттың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өкілдері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тұрады</a:t>
                      </a:r>
                      <a:r>
                        <a:rPr lang="ru-RU" sz="1700" dirty="0" smtClean="0">
                          <a:effectLst/>
                        </a:rPr>
                        <a:t>. </a:t>
                      </a:r>
                      <a:r>
                        <a:rPr lang="ru-RU" sz="1700" dirty="0" err="1" smtClean="0">
                          <a:effectLst/>
                        </a:rPr>
                        <a:t>Ең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көп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бөлігін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қазақтар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құрайды</a:t>
                      </a:r>
                      <a:r>
                        <a:rPr lang="ru-RU" sz="1700" dirty="0" smtClean="0">
                          <a:effectLst/>
                        </a:rPr>
                        <a:t> – 70,4%. </a:t>
                      </a:r>
                      <a:r>
                        <a:rPr lang="ru-RU" sz="1700" dirty="0" err="1" smtClean="0">
                          <a:effectLst/>
                        </a:rPr>
                        <a:t>Одан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кейінгі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орында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орыстар</a:t>
                      </a:r>
                      <a:r>
                        <a:rPr lang="ru-RU" sz="1700" dirty="0" smtClean="0">
                          <a:effectLst/>
                        </a:rPr>
                        <a:t> – 15,5%, ал </a:t>
                      </a:r>
                      <a:r>
                        <a:rPr lang="ru-RU" sz="1700" dirty="0" err="1" smtClean="0">
                          <a:effectLst/>
                        </a:rPr>
                        <a:t>өзбектер</a:t>
                      </a:r>
                      <a:r>
                        <a:rPr lang="ru-RU" sz="1700" dirty="0" smtClean="0">
                          <a:effectLst/>
                        </a:rPr>
                        <a:t> – 3,2%.</a:t>
                      </a:r>
                    </a:p>
                    <a:p>
                      <a:pPr mar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 smtClean="0">
                          <a:effectLst/>
                        </a:rPr>
                        <a:t>Басқа</a:t>
                      </a:r>
                      <a:r>
                        <a:rPr lang="ru-RU" sz="1700" dirty="0" smtClean="0">
                          <a:effectLst/>
                        </a:rPr>
                        <a:t> да </a:t>
                      </a:r>
                      <a:r>
                        <a:rPr lang="ru-RU" sz="1700" dirty="0" err="1" smtClean="0">
                          <a:effectLst/>
                        </a:rPr>
                        <a:t>ірі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этностардың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үлесі</a:t>
                      </a:r>
                      <a:r>
                        <a:rPr lang="ru-RU" sz="1700" dirty="0" smtClean="0">
                          <a:effectLst/>
                        </a:rPr>
                        <a:t> </a:t>
                      </a:r>
                      <a:r>
                        <a:rPr lang="ru-RU" sz="1700" dirty="0" err="1" smtClean="0">
                          <a:effectLst/>
                        </a:rPr>
                        <a:t>төмендегідей</a:t>
                      </a:r>
                      <a:r>
                        <a:rPr lang="ru-RU" sz="1700" dirty="0" smtClean="0">
                          <a:effectLst/>
                        </a:rPr>
                        <a:t>:</a:t>
                      </a:r>
                    </a:p>
                    <a:p>
                      <a:pPr marL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700" dirty="0" err="1" smtClean="0">
                          <a:effectLst/>
                        </a:rPr>
                        <a:t>украиндар</a:t>
                      </a:r>
                      <a:r>
                        <a:rPr lang="ru-RU" sz="1700" dirty="0" smtClean="0">
                          <a:effectLst/>
                        </a:rPr>
                        <a:t> – 2%,</a:t>
                      </a:r>
                    </a:p>
                    <a:p>
                      <a:pPr marL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700" dirty="0" err="1" smtClean="0">
                          <a:effectLst/>
                        </a:rPr>
                        <a:t>ұйғырлар</a:t>
                      </a:r>
                      <a:r>
                        <a:rPr lang="ru-RU" sz="1700" dirty="0" smtClean="0">
                          <a:effectLst/>
                        </a:rPr>
                        <a:t> – 1,5%,</a:t>
                      </a:r>
                    </a:p>
                    <a:p>
                      <a:pPr marL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700" dirty="0" err="1" smtClean="0">
                          <a:effectLst/>
                        </a:rPr>
                        <a:t>немістер</a:t>
                      </a:r>
                      <a:r>
                        <a:rPr lang="ru-RU" sz="1700" dirty="0" smtClean="0">
                          <a:effectLst/>
                        </a:rPr>
                        <a:t> – 1,2%,</a:t>
                      </a:r>
                    </a:p>
                    <a:p>
                      <a:pPr marL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700" dirty="0" err="1" smtClean="0">
                          <a:effectLst/>
                        </a:rPr>
                        <a:t>татарлар</a:t>
                      </a:r>
                      <a:r>
                        <a:rPr lang="ru-RU" sz="1700" dirty="0" smtClean="0">
                          <a:effectLst/>
                        </a:rPr>
                        <a:t> – 1,1%,</a:t>
                      </a:r>
                    </a:p>
                    <a:p>
                      <a:pPr marL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700" dirty="0" err="1" smtClean="0">
                          <a:effectLst/>
                        </a:rPr>
                        <a:t>әзербайжандар</a:t>
                      </a:r>
                      <a:r>
                        <a:rPr lang="ru-RU" sz="1700" dirty="0" smtClean="0">
                          <a:effectLst/>
                        </a:rPr>
                        <a:t> – 0,8%,</a:t>
                      </a:r>
                    </a:p>
                    <a:p>
                      <a:pPr marL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700" dirty="0" err="1" smtClean="0">
                          <a:effectLst/>
                        </a:rPr>
                        <a:t>корейлер</a:t>
                      </a:r>
                      <a:r>
                        <a:rPr lang="ru-RU" sz="1700" dirty="0" smtClean="0">
                          <a:effectLst/>
                        </a:rPr>
                        <a:t> – 0,6%,</a:t>
                      </a:r>
                    </a:p>
                    <a:p>
                      <a:pPr marL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700" kern="100" dirty="0" err="1" smtClean="0">
                          <a:effectLst/>
                        </a:rPr>
                        <a:t>түріктер</a:t>
                      </a:r>
                      <a:r>
                        <a:rPr lang="ru-RU" sz="1700" kern="100" dirty="0" smtClean="0">
                          <a:effectLst/>
                        </a:rPr>
                        <a:t> – 0,5% </a:t>
                      </a:r>
                      <a:r>
                        <a:rPr lang="ru-RU" sz="1700" kern="100" dirty="0" err="1" smtClean="0">
                          <a:effectLst/>
                        </a:rPr>
                        <a:t>және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басқа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ұлт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өкілдері</a:t>
                      </a:r>
                      <a:r>
                        <a:rPr lang="ru-RU" sz="1700" kern="100" dirty="0" smtClean="0">
                          <a:effectLst/>
                        </a:rPr>
                        <a:t>. 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700" kern="100" dirty="0" smtClean="0">
                          <a:effectLst/>
                        </a:rPr>
                        <a:t>В Казахстане проживают представители 122 национальностей, по данным переписи населения 2021 года. Наибольшую часть населения составляют </a:t>
                      </a:r>
                    </a:p>
                    <a:p>
                      <a:pPr mar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700" kern="100" dirty="0" smtClean="0">
                          <a:effectLst/>
                        </a:rPr>
                        <a:t>казахи (70,4%), далее идут русские (15,5%) и узбеки (3,2%). </a:t>
                      </a:r>
                    </a:p>
                    <a:p>
                      <a:pPr mar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700" kern="100" dirty="0" smtClean="0">
                          <a:effectLst/>
                        </a:rPr>
                        <a:t>Среди других значимых национальностей</a:t>
                      </a:r>
                      <a:r>
                        <a:rPr lang="kk-KZ" sz="1700" kern="100" dirty="0" smtClean="0">
                          <a:effectLst/>
                        </a:rPr>
                        <a:t>:</a:t>
                      </a:r>
                      <a:endParaRPr lang="ru-RU" sz="1700" kern="100" dirty="0" smtClean="0">
                        <a:effectLst/>
                      </a:endParaRPr>
                    </a:p>
                    <a:p>
                      <a:pPr marL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700" kern="100" dirty="0" smtClean="0">
                          <a:effectLst/>
                        </a:rPr>
                        <a:t>украинцы (2%), уйгуры (1,5%),</a:t>
                      </a:r>
                    </a:p>
                    <a:p>
                      <a:pPr marL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700" kern="100" dirty="0" smtClean="0">
                          <a:effectLst/>
                        </a:rPr>
                        <a:t> немцы (1,2%), татары (1,1%), </a:t>
                      </a:r>
                    </a:p>
                    <a:p>
                      <a:pPr marL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700" kern="100" dirty="0" smtClean="0">
                          <a:effectLst/>
                        </a:rPr>
                        <a:t>азербайджанцы (0,8%), </a:t>
                      </a:r>
                    </a:p>
                    <a:p>
                      <a:pPr marL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700" kern="100" dirty="0" smtClean="0">
                          <a:effectLst/>
                        </a:rPr>
                        <a:t>корейцы (0,6%), </a:t>
                      </a:r>
                    </a:p>
                    <a:p>
                      <a:pPr marL="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700" kern="100" dirty="0" smtClean="0">
                          <a:effectLst/>
                        </a:rPr>
                        <a:t>турки (0,5%) и другие. </a:t>
                      </a:r>
                      <a:endParaRPr lang="ru-RU" sz="1700" kern="10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0019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kern="100" dirty="0" err="1" smtClean="0">
                          <a:effectLst/>
                        </a:rPr>
                        <a:t>Қазақстанда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шамамен</a:t>
                      </a:r>
                      <a:r>
                        <a:rPr lang="ru-RU" sz="1700" kern="100" dirty="0" smtClean="0">
                          <a:effectLst/>
                        </a:rPr>
                        <a:t> 10,37 миллион </a:t>
                      </a:r>
                      <a:r>
                        <a:rPr lang="ru-RU" sz="1700" kern="100" dirty="0" err="1" smtClean="0">
                          <a:effectLst/>
                        </a:rPr>
                        <a:t>әйел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адам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тұрады</a:t>
                      </a:r>
                      <a:r>
                        <a:rPr lang="ru-RU" sz="1700" kern="100" dirty="0" smtClean="0">
                          <a:effectLst/>
                        </a:rPr>
                        <a:t>. </a:t>
                      </a:r>
                      <a:r>
                        <a:rPr lang="ru-RU" sz="1700" kern="100" dirty="0" err="1" smtClean="0">
                          <a:effectLst/>
                        </a:rPr>
                        <a:t>Бұл</a:t>
                      </a:r>
                      <a:r>
                        <a:rPr lang="ru-RU" sz="1700" kern="100" dirty="0" smtClean="0">
                          <a:effectLst/>
                        </a:rPr>
                        <a:t> ел </a:t>
                      </a:r>
                      <a:r>
                        <a:rPr lang="ru-RU" sz="1700" kern="100" dirty="0" err="1" smtClean="0">
                          <a:effectLst/>
                        </a:rPr>
                        <a:t>халқының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жалпы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санының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шамамен</a:t>
                      </a:r>
                      <a:r>
                        <a:rPr lang="ru-RU" sz="1700" kern="100" dirty="0" smtClean="0">
                          <a:effectLst/>
                        </a:rPr>
                        <a:t> 51,1 </a:t>
                      </a:r>
                      <a:r>
                        <a:rPr lang="ru-RU" sz="1700" kern="100" dirty="0" err="1" smtClean="0">
                          <a:effectLst/>
                        </a:rPr>
                        <a:t>пайызын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құрайды</a:t>
                      </a:r>
                      <a:r>
                        <a:rPr lang="ru-RU" sz="1700" kern="100" dirty="0" smtClean="0">
                          <a:effectLst/>
                        </a:rPr>
                        <a:t>. 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kern="100" dirty="0" smtClean="0">
                          <a:effectLst/>
                        </a:rPr>
                        <a:t>В Казахстане проживает около 10,37 миллиона женщин. Это составляет примерно 51,1% от общей численности нас.</a:t>
                      </a:r>
                      <a:endParaRPr lang="ru-RU" sz="1700" kern="10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6956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kern="100" dirty="0" err="1" smtClean="0">
                          <a:effectLst/>
                        </a:rPr>
                        <a:t>Шет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елдерде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тұрып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жатқан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қазақтардың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нақты</a:t>
                      </a:r>
                      <a:r>
                        <a:rPr lang="ru-RU" sz="1700" kern="100" dirty="0" smtClean="0">
                          <a:effectLst/>
                        </a:rPr>
                        <a:t> саны </a:t>
                      </a:r>
                      <a:r>
                        <a:rPr lang="ru-RU" sz="1700" kern="100" dirty="0" err="1" smtClean="0">
                          <a:effectLst/>
                        </a:rPr>
                        <a:t>әр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дереккөзде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әртүрлі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келтірілгенімен</a:t>
                      </a:r>
                      <a:r>
                        <a:rPr lang="ru-RU" sz="1700" kern="100" dirty="0" smtClean="0">
                          <a:effectLst/>
                        </a:rPr>
                        <a:t>, </a:t>
                      </a:r>
                      <a:r>
                        <a:rPr lang="ru-RU" sz="1700" kern="100" dirty="0" err="1" smtClean="0">
                          <a:effectLst/>
                        </a:rPr>
                        <a:t>жалпы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есеппен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шетелдегі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қазақ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диаспорасының</a:t>
                      </a:r>
                      <a:r>
                        <a:rPr lang="ru-RU" sz="1700" kern="100" dirty="0" smtClean="0">
                          <a:effectLst/>
                        </a:rPr>
                        <a:t> саны 5–7 миллион </a:t>
                      </a:r>
                      <a:r>
                        <a:rPr lang="ru-RU" sz="1700" kern="100" dirty="0" err="1" smtClean="0">
                          <a:effectLst/>
                        </a:rPr>
                        <a:t>адам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аралығында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деп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бағаланады</a:t>
                      </a:r>
                      <a:r>
                        <a:rPr lang="ru-RU" sz="1700" kern="100" dirty="0" smtClean="0">
                          <a:effectLst/>
                        </a:rPr>
                        <a:t>. </a:t>
                      </a:r>
                      <a:r>
                        <a:rPr lang="ru-RU" sz="1700" kern="100" dirty="0" err="1" smtClean="0">
                          <a:effectLst/>
                        </a:rPr>
                        <a:t>Бұл</a:t>
                      </a:r>
                      <a:r>
                        <a:rPr lang="ru-RU" sz="1700" kern="100" dirty="0" smtClean="0">
                          <a:effectLst/>
                        </a:rPr>
                        <a:t> — </a:t>
                      </a:r>
                      <a:r>
                        <a:rPr lang="ru-RU" sz="1700" kern="100" dirty="0" err="1" smtClean="0">
                          <a:effectLst/>
                        </a:rPr>
                        <a:t>Қазақстаннан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тыс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өмір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сүріп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жатқан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этникалық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қазақтардың</a:t>
                      </a:r>
                      <a:r>
                        <a:rPr lang="ru-RU" sz="1700" kern="100" dirty="0" smtClean="0">
                          <a:effectLst/>
                        </a:rPr>
                        <a:t> </a:t>
                      </a:r>
                      <a:r>
                        <a:rPr lang="ru-RU" sz="1700" kern="100" dirty="0" err="1" smtClean="0">
                          <a:effectLst/>
                        </a:rPr>
                        <a:t>жиынтық</a:t>
                      </a:r>
                      <a:r>
                        <a:rPr lang="ru-RU" sz="1700" kern="100" dirty="0" smtClean="0">
                          <a:effectLst/>
                        </a:rPr>
                        <a:t> саны.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kern="1200" dirty="0" smtClean="0">
                          <a:effectLst/>
                        </a:rPr>
                        <a:t>Численность казахов, проживающих за пределами Казахстана, по разным источникам составляет примерно от 5 до 7 миллионов человек. Это этнические казахи, которые исторически или по воле миграции оказались в других странах.</a:t>
                      </a:r>
                      <a:endParaRPr lang="ru-RU" sz="17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86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856842"/>
              </p:ext>
            </p:extLst>
          </p:nvPr>
        </p:nvGraphicFramePr>
        <p:xfrm>
          <a:off x="838200" y="1825624"/>
          <a:ext cx="10515600" cy="4697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504" y="4127964"/>
            <a:ext cx="2451755" cy="269399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814" y="1385740"/>
            <a:ext cx="3095016" cy="178930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374" b="50043"/>
          <a:stretch/>
        </p:blipFill>
        <p:spPr>
          <a:xfrm>
            <a:off x="9364795" y="119756"/>
            <a:ext cx="1042984" cy="108740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455" y="195428"/>
            <a:ext cx="1265374" cy="125162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116" y="266056"/>
            <a:ext cx="1188705" cy="1180992"/>
          </a:xfrm>
          <a:prstGeom prst="rect">
            <a:avLst/>
          </a:prstGeom>
        </p:spPr>
      </p:pic>
      <p:cxnSp>
        <p:nvCxnSpPr>
          <p:cNvPr id="17" name="Прямая со стрелкой 16"/>
          <p:cNvCxnSpPr/>
          <p:nvPr/>
        </p:nvCxnSpPr>
        <p:spPr>
          <a:xfrm flipH="1">
            <a:off x="1620444" y="3233759"/>
            <a:ext cx="4088735" cy="1718132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>
            <a:off x="5354425" y="3210185"/>
            <a:ext cx="342759" cy="1521523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9" name="Рисунок 5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3" t="11762" r="9423" b="9131"/>
          <a:stretch/>
        </p:blipFill>
        <p:spPr>
          <a:xfrm>
            <a:off x="5117974" y="212510"/>
            <a:ext cx="1127116" cy="1100596"/>
          </a:xfrm>
          <a:prstGeom prst="rect">
            <a:avLst/>
          </a:prstGeom>
        </p:spPr>
      </p:pic>
      <p:grpSp>
        <p:nvGrpSpPr>
          <p:cNvPr id="34" name="Группа 33"/>
          <p:cNvGrpSpPr/>
          <p:nvPr/>
        </p:nvGrpSpPr>
        <p:grpSpPr>
          <a:xfrm>
            <a:off x="8138455" y="4919994"/>
            <a:ext cx="2269324" cy="1423447"/>
            <a:chOff x="8215865" y="4830753"/>
            <a:chExt cx="2269324" cy="1423447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22" t="24126" r="19684" b="23730"/>
            <a:stretch/>
          </p:blipFill>
          <p:spPr>
            <a:xfrm>
              <a:off x="8215865" y="4830753"/>
              <a:ext cx="1725105" cy="1423447"/>
            </a:xfrm>
            <a:prstGeom prst="rect">
              <a:avLst/>
            </a:prstGeom>
          </p:spPr>
        </p:pic>
        <p:sp>
          <p:nvSpPr>
            <p:cNvPr id="2" name="Прямоугольник 1"/>
            <p:cNvSpPr/>
            <p:nvPr/>
          </p:nvSpPr>
          <p:spPr>
            <a:xfrm>
              <a:off x="9396750" y="5623574"/>
              <a:ext cx="108843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volunteer</a:t>
              </a:r>
              <a:endParaRPr lang="ru-RU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3" name="Рисунок 1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45" y="0"/>
            <a:ext cx="1986945" cy="1521041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98" y="196595"/>
            <a:ext cx="1430429" cy="143266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t="8684" r="21087" b="9989"/>
          <a:stretch/>
        </p:blipFill>
        <p:spPr>
          <a:xfrm>
            <a:off x="10431480" y="119756"/>
            <a:ext cx="1076858" cy="1493378"/>
          </a:xfrm>
          <a:prstGeom prst="rect">
            <a:avLst/>
          </a:prstGeom>
        </p:spPr>
      </p:pic>
      <p:pic>
        <p:nvPicPr>
          <p:cNvPr id="1026" name="Picture 2" descr="О нас - ESIL UNIVERSITY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85" y="167473"/>
            <a:ext cx="1461786" cy="146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Группа 35"/>
          <p:cNvGrpSpPr/>
          <p:nvPr/>
        </p:nvGrpSpPr>
        <p:grpSpPr>
          <a:xfrm>
            <a:off x="457093" y="4919994"/>
            <a:ext cx="2302710" cy="1247558"/>
            <a:chOff x="457093" y="4919994"/>
            <a:chExt cx="2302710" cy="1247558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093" y="4919994"/>
              <a:ext cx="2302710" cy="997841"/>
            </a:xfrm>
            <a:prstGeom prst="rect">
              <a:avLst/>
            </a:prstGeom>
          </p:spPr>
        </p:pic>
        <p:sp>
          <p:nvSpPr>
            <p:cNvPr id="18" name="Прямоугольник 17"/>
            <p:cNvSpPr/>
            <p:nvPr/>
          </p:nvSpPr>
          <p:spPr>
            <a:xfrm>
              <a:off x="832263" y="5798220"/>
              <a:ext cx="13953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technologies</a:t>
              </a:r>
              <a:endParaRPr lang="ru-RU" b="1" dirty="0"/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5914083" y="4519546"/>
            <a:ext cx="1724939" cy="1905058"/>
            <a:chOff x="5914083" y="4519546"/>
            <a:chExt cx="1724939" cy="190505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4083" y="4519546"/>
              <a:ext cx="1720392" cy="1720392"/>
            </a:xfrm>
            <a:prstGeom prst="rect">
              <a:avLst/>
            </a:prstGeom>
          </p:spPr>
        </p:pic>
        <p:sp>
          <p:nvSpPr>
            <p:cNvPr id="19" name="Прямоугольник 18"/>
            <p:cNvSpPr/>
            <p:nvPr/>
          </p:nvSpPr>
          <p:spPr>
            <a:xfrm>
              <a:off x="5991135" y="6055272"/>
              <a:ext cx="16478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ethnic fast food</a:t>
              </a:r>
              <a:endParaRPr lang="ru-RU" dirty="0"/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5676985" y="3258045"/>
            <a:ext cx="997192" cy="141734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5681532" y="3224504"/>
            <a:ext cx="3151383" cy="1604855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63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1802529"/>
              </p:ext>
            </p:extLst>
          </p:nvPr>
        </p:nvGraphicFramePr>
        <p:xfrm>
          <a:off x="998455" y="1913641"/>
          <a:ext cx="10515600" cy="43928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/>
                <a:gridCol w="5257800"/>
              </a:tblGrid>
              <a:tr h="2314838">
                <a:tc>
                  <a:txBody>
                    <a:bodyPr/>
                    <a:lstStyle/>
                    <a:p>
                      <a:pPr algn="ctr"/>
                      <a:r>
                        <a:rPr lang="kk-KZ" dirty="0" smtClean="0">
                          <a:solidFill>
                            <a:sysClr val="windowText" lastClr="000000"/>
                          </a:solidFill>
                        </a:rPr>
                        <a:t>Назарларыңызға рахмет!</a:t>
                      </a:r>
                    </a:p>
                    <a:p>
                      <a:pPr algn="ctr"/>
                      <a:r>
                        <a:rPr lang="en-US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KAZBRANDS &amp; VCJ</a:t>
                      </a:r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ysClr val="windowText" lastClr="000000"/>
                          </a:solidFill>
                        </a:rPr>
                        <a:t>Помните и вспоминайте своих родителей и их лучшие качества. Пока мы храним их в памяти и произносим их имена — они рядом с нами, оберегают и поддерживают. А значит, и наш дух останется крепким и несокрушимым.</a:t>
                      </a:r>
                    </a:p>
                    <a:p>
                      <a:pPr algn="ctr"/>
                      <a:endParaRPr lang="ru-R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</a:tr>
              <a:tr h="2078052"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/>
                        <a:t>Аналар</a:t>
                      </a:r>
                      <a:r>
                        <a:rPr lang="ru-RU" dirty="0" smtClean="0"/>
                        <a:t> 90 </a:t>
                      </a:r>
                      <a:r>
                        <a:rPr lang="ru-RU" dirty="0" err="1" smtClean="0"/>
                        <a:t>жылдары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экономикалық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дағдарыстан</a:t>
                      </a:r>
                      <a:r>
                        <a:rPr lang="ru-RU" dirty="0" smtClean="0"/>
                        <a:t> ала </a:t>
                      </a:r>
                      <a:r>
                        <a:rPr lang="ru-RU" dirty="0" err="1" smtClean="0"/>
                        <a:t>дорба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арқалап</a:t>
                      </a:r>
                      <a:r>
                        <a:rPr lang="ru-RU" dirty="0" smtClean="0"/>
                        <a:t>  </a:t>
                      </a:r>
                      <a:r>
                        <a:rPr lang="ru-RU" dirty="0" err="1" smtClean="0"/>
                        <a:t>жүріп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елді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алып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шыққан.Енді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рухани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дағдарыстан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алып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шығудың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кезі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келді</a:t>
                      </a:r>
                      <a:r>
                        <a:rPr lang="ru-RU" dirty="0" smtClean="0"/>
                        <a:t>!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dirty="0" smtClean="0"/>
                        <a:t>Спасибо за внимание!</a:t>
                      </a:r>
                    </a:p>
                    <a:p>
                      <a:pPr algn="ctr"/>
                      <a:r>
                        <a:rPr lang="kk-KZ" dirty="0" smtClean="0"/>
                        <a:t>С увашением ваш </a:t>
                      </a:r>
                    </a:p>
                    <a:p>
                      <a:pPr algn="ctr"/>
                      <a:r>
                        <a:rPr lang="en-US" sz="1800" b="0" baseline="0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KAZBRANDS &amp; VCJ</a:t>
                      </a:r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835" y="88403"/>
            <a:ext cx="2921046" cy="168873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1081-BEB7-496D-A721-AE0B68D9DC0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7184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6533</TotalTime>
  <Words>3366</Words>
  <Application>Microsoft Office PowerPoint</Application>
  <PresentationFormat>Широкоэкранный</PresentationFormat>
  <Paragraphs>859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Architects Daughter</vt:lpstr>
      <vt:lpstr>Arial</vt:lpstr>
      <vt:lpstr>Calibri</vt:lpstr>
      <vt:lpstr>Calibri Light</vt:lpstr>
      <vt:lpstr>Symbol</vt:lpstr>
      <vt:lpstr>Times New Roman</vt:lpstr>
      <vt:lpstr>ui-sans-serif</vt:lpstr>
      <vt:lpstr>Тема Office</vt:lpstr>
      <vt:lpstr>КОРПОРАТИВНЫЙ ФОНД VCJ КОРПОРАТИВТІК ҚОР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Что я получу от проекта «Tamyr Shejire» жобасынан не аламын?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«Tamyr Shejire» әлеуметтік желілермен интеграциялаудың артықшылықтары /Преимущества интеграции «Tamyr Shejire» с соцсетями: </vt:lpstr>
      <vt:lpstr>Презентация PowerPoint</vt:lpstr>
      <vt:lpstr>Презентация PowerPoint</vt:lpstr>
      <vt:lpstr>Математикалық ой толғату слайды/Слайд для математической само мотивации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88</cp:revision>
  <dcterms:created xsi:type="dcterms:W3CDTF">2025-07-09T08:44:05Z</dcterms:created>
  <dcterms:modified xsi:type="dcterms:W3CDTF">2025-08-16T11:13:15Z</dcterms:modified>
</cp:coreProperties>
</file>